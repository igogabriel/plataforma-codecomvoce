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17385" y="440143"/>
            <a:ext cx="17011015" cy="352425"/>
          </a:xfrm>
          <a:custGeom>
            <a:avLst/>
            <a:gdLst/>
            <a:ahLst/>
            <a:cxnLst/>
            <a:rect l="l" t="t" r="r" b="b"/>
            <a:pathLst>
              <a:path w="17011015" h="352425">
                <a:moveTo>
                  <a:pt x="237261" y="351942"/>
                </a:moveTo>
                <a:lnTo>
                  <a:pt x="237223" y="244182"/>
                </a:lnTo>
                <a:lnTo>
                  <a:pt x="154597" y="285788"/>
                </a:lnTo>
                <a:lnTo>
                  <a:pt x="149275" y="290703"/>
                </a:lnTo>
                <a:lnTo>
                  <a:pt x="147472" y="297256"/>
                </a:lnTo>
                <a:lnTo>
                  <a:pt x="149186" y="303834"/>
                </a:lnTo>
                <a:lnTo>
                  <a:pt x="154432" y="308825"/>
                </a:lnTo>
                <a:lnTo>
                  <a:pt x="237261" y="351942"/>
                </a:lnTo>
                <a:close/>
              </a:path>
              <a:path w="17011015" h="352425">
                <a:moveTo>
                  <a:pt x="237324" y="0"/>
                </a:moveTo>
                <a:lnTo>
                  <a:pt x="42684" y="95618"/>
                </a:lnTo>
                <a:lnTo>
                  <a:pt x="15633" y="117627"/>
                </a:lnTo>
                <a:lnTo>
                  <a:pt x="1397" y="147828"/>
                </a:lnTo>
                <a:lnTo>
                  <a:pt x="1282" y="162471"/>
                </a:lnTo>
                <a:lnTo>
                  <a:pt x="1168" y="177012"/>
                </a:lnTo>
                <a:lnTo>
                  <a:pt x="1143" y="181216"/>
                </a:lnTo>
                <a:lnTo>
                  <a:pt x="15989" y="212775"/>
                </a:lnTo>
                <a:lnTo>
                  <a:pt x="28016" y="228066"/>
                </a:lnTo>
                <a:lnTo>
                  <a:pt x="8890" y="251040"/>
                </a:lnTo>
                <a:lnTo>
                  <a:pt x="0" y="278930"/>
                </a:lnTo>
                <a:lnTo>
                  <a:pt x="2108" y="308343"/>
                </a:lnTo>
                <a:lnTo>
                  <a:pt x="15989" y="335889"/>
                </a:lnTo>
                <a:lnTo>
                  <a:pt x="28613" y="351942"/>
                </a:lnTo>
                <a:lnTo>
                  <a:pt x="29133" y="341134"/>
                </a:lnTo>
                <a:lnTo>
                  <a:pt x="31508" y="331533"/>
                </a:lnTo>
                <a:lnTo>
                  <a:pt x="56845" y="300113"/>
                </a:lnTo>
                <a:lnTo>
                  <a:pt x="193052" y="233235"/>
                </a:lnTo>
                <a:lnTo>
                  <a:pt x="201358" y="227622"/>
                </a:lnTo>
                <a:lnTo>
                  <a:pt x="211391" y="220840"/>
                </a:lnTo>
                <a:lnTo>
                  <a:pt x="225336" y="204190"/>
                </a:lnTo>
                <a:lnTo>
                  <a:pt x="234200" y="184365"/>
                </a:lnTo>
                <a:lnTo>
                  <a:pt x="237312" y="162471"/>
                </a:lnTo>
                <a:lnTo>
                  <a:pt x="237312" y="123113"/>
                </a:lnTo>
                <a:lnTo>
                  <a:pt x="37553" y="221246"/>
                </a:lnTo>
                <a:lnTo>
                  <a:pt x="32829" y="224243"/>
                </a:lnTo>
                <a:lnTo>
                  <a:pt x="28562" y="227622"/>
                </a:lnTo>
                <a:lnTo>
                  <a:pt x="29260" y="217220"/>
                </a:lnTo>
                <a:lnTo>
                  <a:pt x="50533" y="181610"/>
                </a:lnTo>
                <a:lnTo>
                  <a:pt x="193065" y="110121"/>
                </a:lnTo>
                <a:lnTo>
                  <a:pt x="211404" y="97739"/>
                </a:lnTo>
                <a:lnTo>
                  <a:pt x="225336" y="81089"/>
                </a:lnTo>
                <a:lnTo>
                  <a:pt x="234213" y="61264"/>
                </a:lnTo>
                <a:lnTo>
                  <a:pt x="237324" y="39357"/>
                </a:lnTo>
                <a:lnTo>
                  <a:pt x="237324" y="0"/>
                </a:lnTo>
                <a:close/>
              </a:path>
              <a:path w="17011015" h="352425">
                <a:moveTo>
                  <a:pt x="17010431" y="337362"/>
                </a:moveTo>
                <a:lnTo>
                  <a:pt x="17009656" y="334378"/>
                </a:lnTo>
                <a:lnTo>
                  <a:pt x="17007650" y="331724"/>
                </a:lnTo>
                <a:lnTo>
                  <a:pt x="17007485" y="331724"/>
                </a:lnTo>
                <a:lnTo>
                  <a:pt x="16949865" y="255536"/>
                </a:lnTo>
                <a:lnTo>
                  <a:pt x="16937736" y="239496"/>
                </a:lnTo>
                <a:lnTo>
                  <a:pt x="16941305" y="235610"/>
                </a:lnTo>
                <a:lnTo>
                  <a:pt x="16944620" y="231521"/>
                </a:lnTo>
                <a:lnTo>
                  <a:pt x="16964368" y="194475"/>
                </a:lnTo>
                <a:lnTo>
                  <a:pt x="16970680" y="158267"/>
                </a:lnTo>
                <a:lnTo>
                  <a:pt x="16970591" y="152996"/>
                </a:lnTo>
                <a:lnTo>
                  <a:pt x="16970502" y="147713"/>
                </a:lnTo>
                <a:lnTo>
                  <a:pt x="16958818" y="102019"/>
                </a:lnTo>
                <a:lnTo>
                  <a:pt x="16950436" y="87071"/>
                </a:lnTo>
                <a:lnTo>
                  <a:pt x="16950436" y="147713"/>
                </a:lnTo>
                <a:lnTo>
                  <a:pt x="16950347" y="163525"/>
                </a:lnTo>
                <a:lnTo>
                  <a:pt x="16939921" y="201447"/>
                </a:lnTo>
                <a:lnTo>
                  <a:pt x="16915067" y="233819"/>
                </a:lnTo>
                <a:lnTo>
                  <a:pt x="16879723" y="254215"/>
                </a:lnTo>
                <a:lnTo>
                  <a:pt x="16852964" y="259549"/>
                </a:lnTo>
                <a:lnTo>
                  <a:pt x="16839235" y="259549"/>
                </a:lnTo>
                <a:lnTo>
                  <a:pt x="16799776" y="248958"/>
                </a:lnTo>
                <a:lnTo>
                  <a:pt x="16767442" y="224129"/>
                </a:lnTo>
                <a:lnTo>
                  <a:pt x="16747033" y="188772"/>
                </a:lnTo>
                <a:lnTo>
                  <a:pt x="16745014" y="182029"/>
                </a:lnTo>
                <a:lnTo>
                  <a:pt x="16742372" y="168808"/>
                </a:lnTo>
                <a:lnTo>
                  <a:pt x="16741712" y="162013"/>
                </a:lnTo>
                <a:lnTo>
                  <a:pt x="16741763" y="147713"/>
                </a:lnTo>
                <a:lnTo>
                  <a:pt x="16742372" y="141516"/>
                </a:lnTo>
                <a:lnTo>
                  <a:pt x="16755491" y="102857"/>
                </a:lnTo>
                <a:lnTo>
                  <a:pt x="16782403" y="72161"/>
                </a:lnTo>
                <a:lnTo>
                  <a:pt x="16819017" y="54102"/>
                </a:lnTo>
                <a:lnTo>
                  <a:pt x="16839248" y="50761"/>
                </a:lnTo>
                <a:lnTo>
                  <a:pt x="16852951" y="50761"/>
                </a:lnTo>
                <a:lnTo>
                  <a:pt x="16892385" y="61328"/>
                </a:lnTo>
                <a:lnTo>
                  <a:pt x="16924757" y="86182"/>
                </a:lnTo>
                <a:lnTo>
                  <a:pt x="16945166" y="121539"/>
                </a:lnTo>
                <a:lnTo>
                  <a:pt x="16949916" y="142468"/>
                </a:lnTo>
                <a:lnTo>
                  <a:pt x="16950436" y="147713"/>
                </a:lnTo>
                <a:lnTo>
                  <a:pt x="16950436" y="87071"/>
                </a:lnTo>
                <a:lnTo>
                  <a:pt x="16948265" y="83807"/>
                </a:lnTo>
                <a:lnTo>
                  <a:pt x="16918775" y="53924"/>
                </a:lnTo>
                <a:lnTo>
                  <a:pt x="16875951" y="34163"/>
                </a:lnTo>
                <a:lnTo>
                  <a:pt x="16844620" y="30530"/>
                </a:lnTo>
                <a:lnTo>
                  <a:pt x="16839362" y="30708"/>
                </a:lnTo>
                <a:lnTo>
                  <a:pt x="16798417" y="39992"/>
                </a:lnTo>
                <a:lnTo>
                  <a:pt x="16759035" y="65938"/>
                </a:lnTo>
                <a:lnTo>
                  <a:pt x="16732111" y="104660"/>
                </a:lnTo>
                <a:lnTo>
                  <a:pt x="16722217" y="141516"/>
                </a:lnTo>
                <a:lnTo>
                  <a:pt x="16721493" y="150609"/>
                </a:lnTo>
                <a:lnTo>
                  <a:pt x="16721531" y="158267"/>
                </a:lnTo>
                <a:lnTo>
                  <a:pt x="16728707" y="197218"/>
                </a:lnTo>
                <a:lnTo>
                  <a:pt x="16752723" y="237807"/>
                </a:lnTo>
                <a:lnTo>
                  <a:pt x="16790099" y="266573"/>
                </a:lnTo>
                <a:lnTo>
                  <a:pt x="16835476" y="279387"/>
                </a:lnTo>
                <a:lnTo>
                  <a:pt x="16840734" y="279730"/>
                </a:lnTo>
                <a:lnTo>
                  <a:pt x="16851376" y="279730"/>
                </a:lnTo>
                <a:lnTo>
                  <a:pt x="16897287" y="268833"/>
                </a:lnTo>
                <a:lnTo>
                  <a:pt x="16919829" y="255536"/>
                </a:lnTo>
                <a:lnTo>
                  <a:pt x="16990416" y="348894"/>
                </a:lnTo>
                <a:lnTo>
                  <a:pt x="16993070" y="350456"/>
                </a:lnTo>
                <a:lnTo>
                  <a:pt x="16999662" y="351383"/>
                </a:lnTo>
                <a:lnTo>
                  <a:pt x="17002633" y="350608"/>
                </a:lnTo>
                <a:lnTo>
                  <a:pt x="17007942" y="346595"/>
                </a:lnTo>
                <a:lnTo>
                  <a:pt x="17009504" y="343954"/>
                </a:lnTo>
                <a:lnTo>
                  <a:pt x="17010431" y="337362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894898" y="8339086"/>
            <a:ext cx="393700" cy="914400"/>
          </a:xfrm>
          <a:custGeom>
            <a:avLst/>
            <a:gdLst/>
            <a:ahLst/>
            <a:cxnLst/>
            <a:rect l="l" t="t" r="r" b="b"/>
            <a:pathLst>
              <a:path w="393700" h="914400">
                <a:moveTo>
                  <a:pt x="393100" y="0"/>
                </a:moveTo>
                <a:lnTo>
                  <a:pt x="393100" y="914150"/>
                </a:lnTo>
                <a:lnTo>
                  <a:pt x="0" y="457075"/>
                </a:lnTo>
                <a:lnTo>
                  <a:pt x="393100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44307" y="0"/>
            <a:ext cx="4994910" cy="10287000"/>
          </a:xfrm>
          <a:custGeom>
            <a:avLst/>
            <a:gdLst/>
            <a:ahLst/>
            <a:cxnLst/>
            <a:rect l="l" t="t" r="r" b="b"/>
            <a:pathLst>
              <a:path w="4994910" h="10287000">
                <a:moveTo>
                  <a:pt x="4994516" y="0"/>
                </a:moveTo>
                <a:lnTo>
                  <a:pt x="2431808" y="0"/>
                </a:lnTo>
                <a:lnTo>
                  <a:pt x="1161275" y="5366740"/>
                </a:lnTo>
                <a:lnTo>
                  <a:pt x="1170101" y="5366740"/>
                </a:lnTo>
                <a:lnTo>
                  <a:pt x="0" y="10287000"/>
                </a:lnTo>
                <a:lnTo>
                  <a:pt x="2534120" y="10287000"/>
                </a:lnTo>
                <a:lnTo>
                  <a:pt x="3786530" y="5081943"/>
                </a:lnTo>
                <a:lnTo>
                  <a:pt x="3777234" y="5081943"/>
                </a:lnTo>
                <a:lnTo>
                  <a:pt x="4994516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17385" y="440143"/>
            <a:ext cx="17011015" cy="352425"/>
          </a:xfrm>
          <a:custGeom>
            <a:avLst/>
            <a:gdLst/>
            <a:ahLst/>
            <a:cxnLst/>
            <a:rect l="l" t="t" r="r" b="b"/>
            <a:pathLst>
              <a:path w="17011015" h="352425">
                <a:moveTo>
                  <a:pt x="237261" y="351942"/>
                </a:moveTo>
                <a:lnTo>
                  <a:pt x="237223" y="244182"/>
                </a:lnTo>
                <a:lnTo>
                  <a:pt x="154597" y="285788"/>
                </a:lnTo>
                <a:lnTo>
                  <a:pt x="149275" y="290703"/>
                </a:lnTo>
                <a:lnTo>
                  <a:pt x="147472" y="297256"/>
                </a:lnTo>
                <a:lnTo>
                  <a:pt x="149186" y="303834"/>
                </a:lnTo>
                <a:lnTo>
                  <a:pt x="154432" y="308825"/>
                </a:lnTo>
                <a:lnTo>
                  <a:pt x="237261" y="351942"/>
                </a:lnTo>
                <a:close/>
              </a:path>
              <a:path w="17011015" h="352425">
                <a:moveTo>
                  <a:pt x="237324" y="0"/>
                </a:moveTo>
                <a:lnTo>
                  <a:pt x="42684" y="95618"/>
                </a:lnTo>
                <a:lnTo>
                  <a:pt x="15633" y="117627"/>
                </a:lnTo>
                <a:lnTo>
                  <a:pt x="1397" y="147828"/>
                </a:lnTo>
                <a:lnTo>
                  <a:pt x="1282" y="162471"/>
                </a:lnTo>
                <a:lnTo>
                  <a:pt x="1168" y="177012"/>
                </a:lnTo>
                <a:lnTo>
                  <a:pt x="1143" y="181216"/>
                </a:lnTo>
                <a:lnTo>
                  <a:pt x="15989" y="212775"/>
                </a:lnTo>
                <a:lnTo>
                  <a:pt x="28016" y="228066"/>
                </a:lnTo>
                <a:lnTo>
                  <a:pt x="8890" y="251040"/>
                </a:lnTo>
                <a:lnTo>
                  <a:pt x="0" y="278930"/>
                </a:lnTo>
                <a:lnTo>
                  <a:pt x="2108" y="308343"/>
                </a:lnTo>
                <a:lnTo>
                  <a:pt x="15989" y="335889"/>
                </a:lnTo>
                <a:lnTo>
                  <a:pt x="28613" y="351942"/>
                </a:lnTo>
                <a:lnTo>
                  <a:pt x="29133" y="341134"/>
                </a:lnTo>
                <a:lnTo>
                  <a:pt x="31508" y="331533"/>
                </a:lnTo>
                <a:lnTo>
                  <a:pt x="56845" y="300113"/>
                </a:lnTo>
                <a:lnTo>
                  <a:pt x="193052" y="233235"/>
                </a:lnTo>
                <a:lnTo>
                  <a:pt x="201358" y="227622"/>
                </a:lnTo>
                <a:lnTo>
                  <a:pt x="211391" y="220840"/>
                </a:lnTo>
                <a:lnTo>
                  <a:pt x="225336" y="204190"/>
                </a:lnTo>
                <a:lnTo>
                  <a:pt x="234200" y="184365"/>
                </a:lnTo>
                <a:lnTo>
                  <a:pt x="237312" y="162471"/>
                </a:lnTo>
                <a:lnTo>
                  <a:pt x="237312" y="123113"/>
                </a:lnTo>
                <a:lnTo>
                  <a:pt x="37553" y="221246"/>
                </a:lnTo>
                <a:lnTo>
                  <a:pt x="32829" y="224243"/>
                </a:lnTo>
                <a:lnTo>
                  <a:pt x="28562" y="227622"/>
                </a:lnTo>
                <a:lnTo>
                  <a:pt x="29260" y="217220"/>
                </a:lnTo>
                <a:lnTo>
                  <a:pt x="50533" y="181610"/>
                </a:lnTo>
                <a:lnTo>
                  <a:pt x="193065" y="110121"/>
                </a:lnTo>
                <a:lnTo>
                  <a:pt x="211404" y="97739"/>
                </a:lnTo>
                <a:lnTo>
                  <a:pt x="225336" y="81089"/>
                </a:lnTo>
                <a:lnTo>
                  <a:pt x="234213" y="61264"/>
                </a:lnTo>
                <a:lnTo>
                  <a:pt x="237324" y="39357"/>
                </a:lnTo>
                <a:lnTo>
                  <a:pt x="237324" y="0"/>
                </a:lnTo>
                <a:close/>
              </a:path>
              <a:path w="17011015" h="352425">
                <a:moveTo>
                  <a:pt x="17010431" y="337362"/>
                </a:moveTo>
                <a:lnTo>
                  <a:pt x="17009656" y="334378"/>
                </a:lnTo>
                <a:lnTo>
                  <a:pt x="17007650" y="331724"/>
                </a:lnTo>
                <a:lnTo>
                  <a:pt x="17007485" y="331724"/>
                </a:lnTo>
                <a:lnTo>
                  <a:pt x="16949865" y="255536"/>
                </a:lnTo>
                <a:lnTo>
                  <a:pt x="16937736" y="239496"/>
                </a:lnTo>
                <a:lnTo>
                  <a:pt x="16941305" y="235610"/>
                </a:lnTo>
                <a:lnTo>
                  <a:pt x="16944620" y="231521"/>
                </a:lnTo>
                <a:lnTo>
                  <a:pt x="16964368" y="194475"/>
                </a:lnTo>
                <a:lnTo>
                  <a:pt x="16970680" y="158267"/>
                </a:lnTo>
                <a:lnTo>
                  <a:pt x="16970591" y="152996"/>
                </a:lnTo>
                <a:lnTo>
                  <a:pt x="16970502" y="147713"/>
                </a:lnTo>
                <a:lnTo>
                  <a:pt x="16958818" y="102019"/>
                </a:lnTo>
                <a:lnTo>
                  <a:pt x="16950436" y="87071"/>
                </a:lnTo>
                <a:lnTo>
                  <a:pt x="16950436" y="147713"/>
                </a:lnTo>
                <a:lnTo>
                  <a:pt x="16950347" y="163525"/>
                </a:lnTo>
                <a:lnTo>
                  <a:pt x="16939921" y="201447"/>
                </a:lnTo>
                <a:lnTo>
                  <a:pt x="16915067" y="233819"/>
                </a:lnTo>
                <a:lnTo>
                  <a:pt x="16879723" y="254215"/>
                </a:lnTo>
                <a:lnTo>
                  <a:pt x="16852964" y="259549"/>
                </a:lnTo>
                <a:lnTo>
                  <a:pt x="16839235" y="259549"/>
                </a:lnTo>
                <a:lnTo>
                  <a:pt x="16799776" y="248958"/>
                </a:lnTo>
                <a:lnTo>
                  <a:pt x="16767442" y="224129"/>
                </a:lnTo>
                <a:lnTo>
                  <a:pt x="16747033" y="188772"/>
                </a:lnTo>
                <a:lnTo>
                  <a:pt x="16745014" y="182029"/>
                </a:lnTo>
                <a:lnTo>
                  <a:pt x="16742372" y="168808"/>
                </a:lnTo>
                <a:lnTo>
                  <a:pt x="16741712" y="162013"/>
                </a:lnTo>
                <a:lnTo>
                  <a:pt x="16741763" y="147713"/>
                </a:lnTo>
                <a:lnTo>
                  <a:pt x="16742372" y="141516"/>
                </a:lnTo>
                <a:lnTo>
                  <a:pt x="16755491" y="102857"/>
                </a:lnTo>
                <a:lnTo>
                  <a:pt x="16782403" y="72161"/>
                </a:lnTo>
                <a:lnTo>
                  <a:pt x="16819017" y="54102"/>
                </a:lnTo>
                <a:lnTo>
                  <a:pt x="16839248" y="50761"/>
                </a:lnTo>
                <a:lnTo>
                  <a:pt x="16852951" y="50761"/>
                </a:lnTo>
                <a:lnTo>
                  <a:pt x="16892385" y="61328"/>
                </a:lnTo>
                <a:lnTo>
                  <a:pt x="16924757" y="86182"/>
                </a:lnTo>
                <a:lnTo>
                  <a:pt x="16945166" y="121539"/>
                </a:lnTo>
                <a:lnTo>
                  <a:pt x="16949916" y="142468"/>
                </a:lnTo>
                <a:lnTo>
                  <a:pt x="16950436" y="147713"/>
                </a:lnTo>
                <a:lnTo>
                  <a:pt x="16950436" y="87071"/>
                </a:lnTo>
                <a:lnTo>
                  <a:pt x="16948265" y="83807"/>
                </a:lnTo>
                <a:lnTo>
                  <a:pt x="16918775" y="53924"/>
                </a:lnTo>
                <a:lnTo>
                  <a:pt x="16875951" y="34163"/>
                </a:lnTo>
                <a:lnTo>
                  <a:pt x="16844620" y="30530"/>
                </a:lnTo>
                <a:lnTo>
                  <a:pt x="16839362" y="30708"/>
                </a:lnTo>
                <a:lnTo>
                  <a:pt x="16798417" y="39992"/>
                </a:lnTo>
                <a:lnTo>
                  <a:pt x="16759035" y="65938"/>
                </a:lnTo>
                <a:lnTo>
                  <a:pt x="16732111" y="104660"/>
                </a:lnTo>
                <a:lnTo>
                  <a:pt x="16722217" y="141516"/>
                </a:lnTo>
                <a:lnTo>
                  <a:pt x="16721493" y="150609"/>
                </a:lnTo>
                <a:lnTo>
                  <a:pt x="16721531" y="158267"/>
                </a:lnTo>
                <a:lnTo>
                  <a:pt x="16728707" y="197218"/>
                </a:lnTo>
                <a:lnTo>
                  <a:pt x="16752723" y="237807"/>
                </a:lnTo>
                <a:lnTo>
                  <a:pt x="16790099" y="266573"/>
                </a:lnTo>
                <a:lnTo>
                  <a:pt x="16835476" y="279387"/>
                </a:lnTo>
                <a:lnTo>
                  <a:pt x="16840734" y="279730"/>
                </a:lnTo>
                <a:lnTo>
                  <a:pt x="16851376" y="279730"/>
                </a:lnTo>
                <a:lnTo>
                  <a:pt x="16897287" y="268833"/>
                </a:lnTo>
                <a:lnTo>
                  <a:pt x="16919829" y="255536"/>
                </a:lnTo>
                <a:lnTo>
                  <a:pt x="16990416" y="348894"/>
                </a:lnTo>
                <a:lnTo>
                  <a:pt x="16993070" y="350456"/>
                </a:lnTo>
                <a:lnTo>
                  <a:pt x="16999662" y="351383"/>
                </a:lnTo>
                <a:lnTo>
                  <a:pt x="17002633" y="350608"/>
                </a:lnTo>
                <a:lnTo>
                  <a:pt x="17007942" y="346595"/>
                </a:lnTo>
                <a:lnTo>
                  <a:pt x="17009504" y="343954"/>
                </a:lnTo>
                <a:lnTo>
                  <a:pt x="17010431" y="337362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27281" y="823356"/>
            <a:ext cx="9472930" cy="3061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4898" y="8339086"/>
            <a:ext cx="393700" cy="914400"/>
          </a:xfrm>
          <a:custGeom>
            <a:avLst/>
            <a:gdLst/>
            <a:ahLst/>
            <a:cxnLst/>
            <a:rect l="l" t="t" r="r" b="b"/>
            <a:pathLst>
              <a:path w="393700" h="914400">
                <a:moveTo>
                  <a:pt x="393100" y="0"/>
                </a:moveTo>
                <a:lnTo>
                  <a:pt x="393100" y="914150"/>
                </a:lnTo>
                <a:lnTo>
                  <a:pt x="0" y="457075"/>
                </a:lnTo>
                <a:lnTo>
                  <a:pt x="393100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62657" y="5143931"/>
            <a:ext cx="2118360" cy="1904364"/>
          </a:xfrm>
          <a:custGeom>
            <a:avLst/>
            <a:gdLst/>
            <a:ahLst/>
            <a:cxnLst/>
            <a:rect l="l" t="t" r="r" b="b"/>
            <a:pathLst>
              <a:path w="2118360" h="1904365">
                <a:moveTo>
                  <a:pt x="51866" y="1369580"/>
                </a:moveTo>
                <a:lnTo>
                  <a:pt x="26568" y="1344282"/>
                </a:lnTo>
                <a:lnTo>
                  <a:pt x="0" y="1370863"/>
                </a:lnTo>
                <a:lnTo>
                  <a:pt x="25298" y="1396161"/>
                </a:lnTo>
                <a:lnTo>
                  <a:pt x="51866" y="1369580"/>
                </a:lnTo>
                <a:close/>
              </a:path>
              <a:path w="2118360" h="1904365">
                <a:moveTo>
                  <a:pt x="51866" y="483819"/>
                </a:moveTo>
                <a:lnTo>
                  <a:pt x="25298" y="457250"/>
                </a:lnTo>
                <a:lnTo>
                  <a:pt x="3594" y="478942"/>
                </a:lnTo>
                <a:lnTo>
                  <a:pt x="30175" y="505523"/>
                </a:lnTo>
                <a:lnTo>
                  <a:pt x="51866" y="483819"/>
                </a:lnTo>
                <a:close/>
              </a:path>
              <a:path w="2118360" h="1904365">
                <a:moveTo>
                  <a:pt x="118986" y="1437716"/>
                </a:moveTo>
                <a:lnTo>
                  <a:pt x="93433" y="1412176"/>
                </a:lnTo>
                <a:lnTo>
                  <a:pt x="67881" y="1437716"/>
                </a:lnTo>
                <a:lnTo>
                  <a:pt x="93433" y="1463268"/>
                </a:lnTo>
                <a:lnTo>
                  <a:pt x="118986" y="1437716"/>
                </a:lnTo>
                <a:close/>
              </a:path>
              <a:path w="2118360" h="1904365">
                <a:moveTo>
                  <a:pt x="118986" y="1369580"/>
                </a:moveTo>
                <a:lnTo>
                  <a:pt x="93433" y="1344041"/>
                </a:lnTo>
                <a:lnTo>
                  <a:pt x="67881" y="1369580"/>
                </a:lnTo>
                <a:lnTo>
                  <a:pt x="93433" y="1395133"/>
                </a:lnTo>
                <a:lnTo>
                  <a:pt x="118986" y="1369580"/>
                </a:lnTo>
                <a:close/>
              </a:path>
              <a:path w="2118360" h="1904365">
                <a:moveTo>
                  <a:pt x="118986" y="1301457"/>
                </a:moveTo>
                <a:lnTo>
                  <a:pt x="94195" y="1276667"/>
                </a:lnTo>
                <a:lnTo>
                  <a:pt x="68643" y="1302219"/>
                </a:lnTo>
                <a:lnTo>
                  <a:pt x="93433" y="1326997"/>
                </a:lnTo>
                <a:lnTo>
                  <a:pt x="118986" y="1301457"/>
                </a:lnTo>
                <a:close/>
              </a:path>
              <a:path w="2118360" h="1904365">
                <a:moveTo>
                  <a:pt x="118986" y="551954"/>
                </a:moveTo>
                <a:lnTo>
                  <a:pt x="93433" y="526415"/>
                </a:lnTo>
                <a:lnTo>
                  <a:pt x="72250" y="547585"/>
                </a:lnTo>
                <a:lnTo>
                  <a:pt x="97815" y="573138"/>
                </a:lnTo>
                <a:lnTo>
                  <a:pt x="118986" y="551954"/>
                </a:lnTo>
                <a:close/>
              </a:path>
              <a:path w="2118360" h="1904365">
                <a:moveTo>
                  <a:pt x="118986" y="483819"/>
                </a:moveTo>
                <a:lnTo>
                  <a:pt x="93433" y="458279"/>
                </a:lnTo>
                <a:lnTo>
                  <a:pt x="67881" y="483819"/>
                </a:lnTo>
                <a:lnTo>
                  <a:pt x="93433" y="509371"/>
                </a:lnTo>
                <a:lnTo>
                  <a:pt x="118986" y="483819"/>
                </a:lnTo>
                <a:close/>
              </a:path>
              <a:path w="2118360" h="1904365">
                <a:moveTo>
                  <a:pt x="118986" y="415683"/>
                </a:moveTo>
                <a:lnTo>
                  <a:pt x="93433" y="390144"/>
                </a:lnTo>
                <a:lnTo>
                  <a:pt x="67881" y="415683"/>
                </a:lnTo>
                <a:lnTo>
                  <a:pt x="93433" y="441236"/>
                </a:lnTo>
                <a:lnTo>
                  <a:pt x="118986" y="415683"/>
                </a:lnTo>
                <a:close/>
              </a:path>
              <a:path w="2118360" h="1904365">
                <a:moveTo>
                  <a:pt x="186093" y="1505864"/>
                </a:moveTo>
                <a:lnTo>
                  <a:pt x="161569" y="1481328"/>
                </a:lnTo>
                <a:lnTo>
                  <a:pt x="137033" y="1505864"/>
                </a:lnTo>
                <a:lnTo>
                  <a:pt x="161569" y="1530388"/>
                </a:lnTo>
                <a:lnTo>
                  <a:pt x="186093" y="1505864"/>
                </a:lnTo>
                <a:close/>
              </a:path>
              <a:path w="2118360" h="1904365">
                <a:moveTo>
                  <a:pt x="186093" y="1437716"/>
                </a:moveTo>
                <a:lnTo>
                  <a:pt x="161569" y="1413192"/>
                </a:lnTo>
                <a:lnTo>
                  <a:pt x="137033" y="1437716"/>
                </a:lnTo>
                <a:lnTo>
                  <a:pt x="161569" y="1462252"/>
                </a:lnTo>
                <a:lnTo>
                  <a:pt x="186093" y="1437716"/>
                </a:lnTo>
                <a:close/>
              </a:path>
              <a:path w="2118360" h="1904365">
                <a:moveTo>
                  <a:pt x="186093" y="1369580"/>
                </a:moveTo>
                <a:lnTo>
                  <a:pt x="161569" y="1345057"/>
                </a:lnTo>
                <a:lnTo>
                  <a:pt x="137033" y="1369580"/>
                </a:lnTo>
                <a:lnTo>
                  <a:pt x="161569" y="1394117"/>
                </a:lnTo>
                <a:lnTo>
                  <a:pt x="186093" y="1369580"/>
                </a:lnTo>
                <a:close/>
              </a:path>
              <a:path w="2118360" h="1904365">
                <a:moveTo>
                  <a:pt x="186093" y="1301457"/>
                </a:moveTo>
                <a:lnTo>
                  <a:pt x="161569" y="1276921"/>
                </a:lnTo>
                <a:lnTo>
                  <a:pt x="137033" y="1301457"/>
                </a:lnTo>
                <a:lnTo>
                  <a:pt x="161569" y="1325981"/>
                </a:lnTo>
                <a:lnTo>
                  <a:pt x="186093" y="1301457"/>
                </a:lnTo>
                <a:close/>
              </a:path>
              <a:path w="2118360" h="1904365">
                <a:moveTo>
                  <a:pt x="186093" y="1233322"/>
                </a:moveTo>
                <a:lnTo>
                  <a:pt x="161823" y="1209052"/>
                </a:lnTo>
                <a:lnTo>
                  <a:pt x="137299" y="1233576"/>
                </a:lnTo>
                <a:lnTo>
                  <a:pt x="161569" y="1257846"/>
                </a:lnTo>
                <a:lnTo>
                  <a:pt x="186093" y="1233322"/>
                </a:lnTo>
                <a:close/>
              </a:path>
              <a:path w="2118360" h="1904365">
                <a:moveTo>
                  <a:pt x="186093" y="620090"/>
                </a:moveTo>
                <a:lnTo>
                  <a:pt x="161569" y="595566"/>
                </a:lnTo>
                <a:lnTo>
                  <a:pt x="140906" y="616229"/>
                </a:lnTo>
                <a:lnTo>
                  <a:pt x="165442" y="640753"/>
                </a:lnTo>
                <a:lnTo>
                  <a:pt x="186093" y="620090"/>
                </a:lnTo>
                <a:close/>
              </a:path>
              <a:path w="2118360" h="1904365">
                <a:moveTo>
                  <a:pt x="186093" y="551954"/>
                </a:moveTo>
                <a:lnTo>
                  <a:pt x="161569" y="527431"/>
                </a:lnTo>
                <a:lnTo>
                  <a:pt x="137033" y="551954"/>
                </a:lnTo>
                <a:lnTo>
                  <a:pt x="161569" y="576491"/>
                </a:lnTo>
                <a:lnTo>
                  <a:pt x="186093" y="551954"/>
                </a:lnTo>
                <a:close/>
              </a:path>
              <a:path w="2118360" h="1904365">
                <a:moveTo>
                  <a:pt x="186093" y="483819"/>
                </a:moveTo>
                <a:lnTo>
                  <a:pt x="161569" y="459295"/>
                </a:lnTo>
                <a:lnTo>
                  <a:pt x="137033" y="483819"/>
                </a:lnTo>
                <a:lnTo>
                  <a:pt x="161569" y="508355"/>
                </a:lnTo>
                <a:lnTo>
                  <a:pt x="186093" y="483819"/>
                </a:lnTo>
                <a:close/>
              </a:path>
              <a:path w="2118360" h="1904365">
                <a:moveTo>
                  <a:pt x="186093" y="415683"/>
                </a:moveTo>
                <a:lnTo>
                  <a:pt x="161569" y="391160"/>
                </a:lnTo>
                <a:lnTo>
                  <a:pt x="137033" y="415683"/>
                </a:lnTo>
                <a:lnTo>
                  <a:pt x="161569" y="440220"/>
                </a:lnTo>
                <a:lnTo>
                  <a:pt x="186093" y="415683"/>
                </a:lnTo>
                <a:close/>
              </a:path>
              <a:path w="2118360" h="1904365">
                <a:moveTo>
                  <a:pt x="186093" y="347548"/>
                </a:moveTo>
                <a:lnTo>
                  <a:pt x="161569" y="323024"/>
                </a:lnTo>
                <a:lnTo>
                  <a:pt x="137033" y="347548"/>
                </a:lnTo>
                <a:lnTo>
                  <a:pt x="161569" y="372084"/>
                </a:lnTo>
                <a:lnTo>
                  <a:pt x="186093" y="347548"/>
                </a:lnTo>
                <a:close/>
              </a:path>
              <a:path w="2118360" h="1904365">
                <a:moveTo>
                  <a:pt x="253212" y="1573999"/>
                </a:moveTo>
                <a:lnTo>
                  <a:pt x="229704" y="1550479"/>
                </a:lnTo>
                <a:lnTo>
                  <a:pt x="206197" y="1573999"/>
                </a:lnTo>
                <a:lnTo>
                  <a:pt x="229704" y="1597494"/>
                </a:lnTo>
                <a:lnTo>
                  <a:pt x="253212" y="1573999"/>
                </a:lnTo>
                <a:close/>
              </a:path>
              <a:path w="2118360" h="1904365">
                <a:moveTo>
                  <a:pt x="253212" y="1505864"/>
                </a:moveTo>
                <a:lnTo>
                  <a:pt x="229704" y="1482356"/>
                </a:lnTo>
                <a:lnTo>
                  <a:pt x="206197" y="1505864"/>
                </a:lnTo>
                <a:lnTo>
                  <a:pt x="229704" y="1529359"/>
                </a:lnTo>
                <a:lnTo>
                  <a:pt x="253212" y="1505864"/>
                </a:lnTo>
                <a:close/>
              </a:path>
              <a:path w="2118360" h="1904365">
                <a:moveTo>
                  <a:pt x="253212" y="1437716"/>
                </a:moveTo>
                <a:lnTo>
                  <a:pt x="229704" y="1414221"/>
                </a:lnTo>
                <a:lnTo>
                  <a:pt x="206197" y="1437716"/>
                </a:lnTo>
                <a:lnTo>
                  <a:pt x="229704" y="1461223"/>
                </a:lnTo>
                <a:lnTo>
                  <a:pt x="253212" y="1437716"/>
                </a:lnTo>
                <a:close/>
              </a:path>
              <a:path w="2118360" h="1904365">
                <a:moveTo>
                  <a:pt x="253212" y="1369580"/>
                </a:moveTo>
                <a:lnTo>
                  <a:pt x="229704" y="1346085"/>
                </a:lnTo>
                <a:lnTo>
                  <a:pt x="206197" y="1369580"/>
                </a:lnTo>
                <a:lnTo>
                  <a:pt x="229704" y="1393088"/>
                </a:lnTo>
                <a:lnTo>
                  <a:pt x="253212" y="1369580"/>
                </a:lnTo>
                <a:close/>
              </a:path>
              <a:path w="2118360" h="1904365">
                <a:moveTo>
                  <a:pt x="253212" y="1301457"/>
                </a:moveTo>
                <a:lnTo>
                  <a:pt x="229704" y="1277950"/>
                </a:lnTo>
                <a:lnTo>
                  <a:pt x="206197" y="1301457"/>
                </a:lnTo>
                <a:lnTo>
                  <a:pt x="229704" y="1324952"/>
                </a:lnTo>
                <a:lnTo>
                  <a:pt x="253212" y="1301457"/>
                </a:lnTo>
                <a:close/>
              </a:path>
              <a:path w="2118360" h="1904365">
                <a:moveTo>
                  <a:pt x="253212" y="1233322"/>
                </a:moveTo>
                <a:lnTo>
                  <a:pt x="229704" y="1209814"/>
                </a:lnTo>
                <a:lnTo>
                  <a:pt x="206197" y="1233322"/>
                </a:lnTo>
                <a:lnTo>
                  <a:pt x="229704" y="1256817"/>
                </a:lnTo>
                <a:lnTo>
                  <a:pt x="253212" y="1233322"/>
                </a:lnTo>
                <a:close/>
              </a:path>
              <a:path w="2118360" h="1904365">
                <a:moveTo>
                  <a:pt x="253212" y="1165186"/>
                </a:moveTo>
                <a:lnTo>
                  <a:pt x="229704" y="1141679"/>
                </a:lnTo>
                <a:lnTo>
                  <a:pt x="206197" y="1165186"/>
                </a:lnTo>
                <a:lnTo>
                  <a:pt x="229704" y="1188681"/>
                </a:lnTo>
                <a:lnTo>
                  <a:pt x="253212" y="1165186"/>
                </a:lnTo>
                <a:close/>
              </a:path>
              <a:path w="2118360" h="1904365">
                <a:moveTo>
                  <a:pt x="253212" y="688225"/>
                </a:moveTo>
                <a:lnTo>
                  <a:pt x="229704" y="664730"/>
                </a:lnTo>
                <a:lnTo>
                  <a:pt x="209562" y="684860"/>
                </a:lnTo>
                <a:lnTo>
                  <a:pt x="233083" y="708355"/>
                </a:lnTo>
                <a:lnTo>
                  <a:pt x="253212" y="688225"/>
                </a:lnTo>
                <a:close/>
              </a:path>
              <a:path w="2118360" h="1904365">
                <a:moveTo>
                  <a:pt x="253212" y="620090"/>
                </a:moveTo>
                <a:lnTo>
                  <a:pt x="229704" y="596595"/>
                </a:lnTo>
                <a:lnTo>
                  <a:pt x="206197" y="620090"/>
                </a:lnTo>
                <a:lnTo>
                  <a:pt x="229704" y="643597"/>
                </a:lnTo>
                <a:lnTo>
                  <a:pt x="253212" y="620090"/>
                </a:lnTo>
                <a:close/>
              </a:path>
              <a:path w="2118360" h="1904365">
                <a:moveTo>
                  <a:pt x="253212" y="551954"/>
                </a:moveTo>
                <a:lnTo>
                  <a:pt x="229704" y="528459"/>
                </a:lnTo>
                <a:lnTo>
                  <a:pt x="206197" y="551954"/>
                </a:lnTo>
                <a:lnTo>
                  <a:pt x="229704" y="575462"/>
                </a:lnTo>
                <a:lnTo>
                  <a:pt x="253212" y="551954"/>
                </a:lnTo>
                <a:close/>
              </a:path>
              <a:path w="2118360" h="1904365">
                <a:moveTo>
                  <a:pt x="253212" y="483819"/>
                </a:moveTo>
                <a:lnTo>
                  <a:pt x="229704" y="460324"/>
                </a:lnTo>
                <a:lnTo>
                  <a:pt x="206197" y="483819"/>
                </a:lnTo>
                <a:lnTo>
                  <a:pt x="229704" y="507326"/>
                </a:lnTo>
                <a:lnTo>
                  <a:pt x="253212" y="483819"/>
                </a:lnTo>
                <a:close/>
              </a:path>
              <a:path w="2118360" h="1904365">
                <a:moveTo>
                  <a:pt x="253212" y="415683"/>
                </a:moveTo>
                <a:lnTo>
                  <a:pt x="229704" y="392176"/>
                </a:lnTo>
                <a:lnTo>
                  <a:pt x="206197" y="415683"/>
                </a:lnTo>
                <a:lnTo>
                  <a:pt x="229704" y="439191"/>
                </a:lnTo>
                <a:lnTo>
                  <a:pt x="253212" y="415683"/>
                </a:lnTo>
                <a:close/>
              </a:path>
              <a:path w="2118360" h="1904365">
                <a:moveTo>
                  <a:pt x="253212" y="347548"/>
                </a:moveTo>
                <a:lnTo>
                  <a:pt x="229704" y="324040"/>
                </a:lnTo>
                <a:lnTo>
                  <a:pt x="206197" y="347548"/>
                </a:lnTo>
                <a:lnTo>
                  <a:pt x="229704" y="371055"/>
                </a:lnTo>
                <a:lnTo>
                  <a:pt x="253212" y="347548"/>
                </a:lnTo>
                <a:close/>
              </a:path>
              <a:path w="2118360" h="1904365">
                <a:moveTo>
                  <a:pt x="253212" y="279412"/>
                </a:moveTo>
                <a:lnTo>
                  <a:pt x="229704" y="255905"/>
                </a:lnTo>
                <a:lnTo>
                  <a:pt x="206197" y="279412"/>
                </a:lnTo>
                <a:lnTo>
                  <a:pt x="229704" y="302920"/>
                </a:lnTo>
                <a:lnTo>
                  <a:pt x="253212" y="279412"/>
                </a:lnTo>
                <a:close/>
              </a:path>
              <a:path w="2118360" h="1904365">
                <a:moveTo>
                  <a:pt x="320319" y="1505864"/>
                </a:moveTo>
                <a:lnTo>
                  <a:pt x="297840" y="1483372"/>
                </a:lnTo>
                <a:lnTo>
                  <a:pt x="275348" y="1505864"/>
                </a:lnTo>
                <a:lnTo>
                  <a:pt x="297840" y="1528343"/>
                </a:lnTo>
                <a:lnTo>
                  <a:pt x="320319" y="1505864"/>
                </a:lnTo>
                <a:close/>
              </a:path>
              <a:path w="2118360" h="1904365">
                <a:moveTo>
                  <a:pt x="320319" y="1437716"/>
                </a:moveTo>
                <a:lnTo>
                  <a:pt x="297840" y="1415237"/>
                </a:lnTo>
                <a:lnTo>
                  <a:pt x="275348" y="1437716"/>
                </a:lnTo>
                <a:lnTo>
                  <a:pt x="297840" y="1460207"/>
                </a:lnTo>
                <a:lnTo>
                  <a:pt x="320319" y="1437716"/>
                </a:lnTo>
                <a:close/>
              </a:path>
              <a:path w="2118360" h="1904365">
                <a:moveTo>
                  <a:pt x="320319" y="1369580"/>
                </a:moveTo>
                <a:lnTo>
                  <a:pt x="297840" y="1347101"/>
                </a:lnTo>
                <a:lnTo>
                  <a:pt x="275348" y="1369580"/>
                </a:lnTo>
                <a:lnTo>
                  <a:pt x="297840" y="1392072"/>
                </a:lnTo>
                <a:lnTo>
                  <a:pt x="320319" y="1369580"/>
                </a:lnTo>
                <a:close/>
              </a:path>
              <a:path w="2118360" h="1904365">
                <a:moveTo>
                  <a:pt x="320319" y="1301457"/>
                </a:moveTo>
                <a:lnTo>
                  <a:pt x="297840" y="1278966"/>
                </a:lnTo>
                <a:lnTo>
                  <a:pt x="275348" y="1301457"/>
                </a:lnTo>
                <a:lnTo>
                  <a:pt x="297840" y="1323936"/>
                </a:lnTo>
                <a:lnTo>
                  <a:pt x="320319" y="1301457"/>
                </a:lnTo>
                <a:close/>
              </a:path>
              <a:path w="2118360" h="1904365">
                <a:moveTo>
                  <a:pt x="320319" y="1233322"/>
                </a:moveTo>
                <a:lnTo>
                  <a:pt x="297840" y="1210830"/>
                </a:lnTo>
                <a:lnTo>
                  <a:pt x="275348" y="1233322"/>
                </a:lnTo>
                <a:lnTo>
                  <a:pt x="297840" y="1255801"/>
                </a:lnTo>
                <a:lnTo>
                  <a:pt x="320319" y="1233322"/>
                </a:lnTo>
                <a:close/>
              </a:path>
              <a:path w="2118360" h="1904365">
                <a:moveTo>
                  <a:pt x="320319" y="1165186"/>
                </a:moveTo>
                <a:lnTo>
                  <a:pt x="297840" y="1142695"/>
                </a:lnTo>
                <a:lnTo>
                  <a:pt x="275348" y="1165186"/>
                </a:lnTo>
                <a:lnTo>
                  <a:pt x="297840" y="1187665"/>
                </a:lnTo>
                <a:lnTo>
                  <a:pt x="320319" y="1165186"/>
                </a:lnTo>
                <a:close/>
              </a:path>
              <a:path w="2118360" h="1904365">
                <a:moveTo>
                  <a:pt x="320319" y="1097038"/>
                </a:moveTo>
                <a:lnTo>
                  <a:pt x="297840" y="1074559"/>
                </a:lnTo>
                <a:lnTo>
                  <a:pt x="275348" y="1097038"/>
                </a:lnTo>
                <a:lnTo>
                  <a:pt x="297840" y="1119530"/>
                </a:lnTo>
                <a:lnTo>
                  <a:pt x="320319" y="1097038"/>
                </a:lnTo>
                <a:close/>
              </a:path>
              <a:path w="2118360" h="1904365">
                <a:moveTo>
                  <a:pt x="320319" y="756373"/>
                </a:moveTo>
                <a:lnTo>
                  <a:pt x="297840" y="733882"/>
                </a:lnTo>
                <a:lnTo>
                  <a:pt x="278231" y="753478"/>
                </a:lnTo>
                <a:lnTo>
                  <a:pt x="300723" y="775957"/>
                </a:lnTo>
                <a:lnTo>
                  <a:pt x="320319" y="756373"/>
                </a:lnTo>
                <a:close/>
              </a:path>
              <a:path w="2118360" h="1904365">
                <a:moveTo>
                  <a:pt x="320319" y="688225"/>
                </a:moveTo>
                <a:lnTo>
                  <a:pt x="297840" y="665746"/>
                </a:lnTo>
                <a:lnTo>
                  <a:pt x="275348" y="688225"/>
                </a:lnTo>
                <a:lnTo>
                  <a:pt x="297840" y="710717"/>
                </a:lnTo>
                <a:lnTo>
                  <a:pt x="320319" y="688225"/>
                </a:lnTo>
                <a:close/>
              </a:path>
              <a:path w="2118360" h="1904365">
                <a:moveTo>
                  <a:pt x="320319" y="620090"/>
                </a:moveTo>
                <a:lnTo>
                  <a:pt x="297840" y="597611"/>
                </a:lnTo>
                <a:lnTo>
                  <a:pt x="275348" y="620090"/>
                </a:lnTo>
                <a:lnTo>
                  <a:pt x="297840" y="642581"/>
                </a:lnTo>
                <a:lnTo>
                  <a:pt x="320319" y="620090"/>
                </a:lnTo>
                <a:close/>
              </a:path>
              <a:path w="2118360" h="1904365">
                <a:moveTo>
                  <a:pt x="320319" y="551954"/>
                </a:moveTo>
                <a:lnTo>
                  <a:pt x="297840" y="529475"/>
                </a:lnTo>
                <a:lnTo>
                  <a:pt x="275348" y="551954"/>
                </a:lnTo>
                <a:lnTo>
                  <a:pt x="297840" y="574446"/>
                </a:lnTo>
                <a:lnTo>
                  <a:pt x="320319" y="551954"/>
                </a:lnTo>
                <a:close/>
              </a:path>
              <a:path w="2118360" h="1904365">
                <a:moveTo>
                  <a:pt x="320319" y="483819"/>
                </a:moveTo>
                <a:lnTo>
                  <a:pt x="297840" y="461340"/>
                </a:lnTo>
                <a:lnTo>
                  <a:pt x="275348" y="483819"/>
                </a:lnTo>
                <a:lnTo>
                  <a:pt x="297840" y="506310"/>
                </a:lnTo>
                <a:lnTo>
                  <a:pt x="320319" y="483819"/>
                </a:lnTo>
                <a:close/>
              </a:path>
              <a:path w="2118360" h="1904365">
                <a:moveTo>
                  <a:pt x="320319" y="415683"/>
                </a:moveTo>
                <a:lnTo>
                  <a:pt x="297840" y="393204"/>
                </a:lnTo>
                <a:lnTo>
                  <a:pt x="275348" y="415683"/>
                </a:lnTo>
                <a:lnTo>
                  <a:pt x="297840" y="438175"/>
                </a:lnTo>
                <a:lnTo>
                  <a:pt x="320319" y="415683"/>
                </a:lnTo>
                <a:close/>
              </a:path>
              <a:path w="2118360" h="1904365">
                <a:moveTo>
                  <a:pt x="320319" y="347548"/>
                </a:moveTo>
                <a:lnTo>
                  <a:pt x="297840" y="325069"/>
                </a:lnTo>
                <a:lnTo>
                  <a:pt x="275348" y="347548"/>
                </a:lnTo>
                <a:lnTo>
                  <a:pt x="297840" y="370039"/>
                </a:lnTo>
                <a:lnTo>
                  <a:pt x="320319" y="347548"/>
                </a:lnTo>
                <a:close/>
              </a:path>
              <a:path w="2118360" h="1904365">
                <a:moveTo>
                  <a:pt x="387438" y="1437716"/>
                </a:moveTo>
                <a:lnTo>
                  <a:pt x="365975" y="1416265"/>
                </a:lnTo>
                <a:lnTo>
                  <a:pt x="344512" y="1437716"/>
                </a:lnTo>
                <a:lnTo>
                  <a:pt x="365975" y="1459179"/>
                </a:lnTo>
                <a:lnTo>
                  <a:pt x="387438" y="1437716"/>
                </a:lnTo>
                <a:close/>
              </a:path>
              <a:path w="2118360" h="1904365">
                <a:moveTo>
                  <a:pt x="387438" y="1369580"/>
                </a:moveTo>
                <a:lnTo>
                  <a:pt x="365975" y="1348130"/>
                </a:lnTo>
                <a:lnTo>
                  <a:pt x="344512" y="1369580"/>
                </a:lnTo>
                <a:lnTo>
                  <a:pt x="365975" y="1391043"/>
                </a:lnTo>
                <a:lnTo>
                  <a:pt x="387438" y="1369580"/>
                </a:lnTo>
                <a:close/>
              </a:path>
              <a:path w="2118360" h="1904365">
                <a:moveTo>
                  <a:pt x="387438" y="1301457"/>
                </a:moveTo>
                <a:lnTo>
                  <a:pt x="365975" y="1279994"/>
                </a:lnTo>
                <a:lnTo>
                  <a:pt x="344512" y="1301457"/>
                </a:lnTo>
                <a:lnTo>
                  <a:pt x="365975" y="1322920"/>
                </a:lnTo>
                <a:lnTo>
                  <a:pt x="387438" y="1301457"/>
                </a:lnTo>
                <a:close/>
              </a:path>
              <a:path w="2118360" h="1904365">
                <a:moveTo>
                  <a:pt x="387438" y="1233322"/>
                </a:moveTo>
                <a:lnTo>
                  <a:pt x="365975" y="1211859"/>
                </a:lnTo>
                <a:lnTo>
                  <a:pt x="344512" y="1233322"/>
                </a:lnTo>
                <a:lnTo>
                  <a:pt x="365975" y="1254772"/>
                </a:lnTo>
                <a:lnTo>
                  <a:pt x="387438" y="1233322"/>
                </a:lnTo>
                <a:close/>
              </a:path>
              <a:path w="2118360" h="1904365">
                <a:moveTo>
                  <a:pt x="387438" y="1165186"/>
                </a:moveTo>
                <a:lnTo>
                  <a:pt x="365975" y="1143723"/>
                </a:lnTo>
                <a:lnTo>
                  <a:pt x="344512" y="1165186"/>
                </a:lnTo>
                <a:lnTo>
                  <a:pt x="365975" y="1186637"/>
                </a:lnTo>
                <a:lnTo>
                  <a:pt x="387438" y="1165186"/>
                </a:lnTo>
                <a:close/>
              </a:path>
              <a:path w="2118360" h="1904365">
                <a:moveTo>
                  <a:pt x="387438" y="1097038"/>
                </a:moveTo>
                <a:lnTo>
                  <a:pt x="365975" y="1075575"/>
                </a:lnTo>
                <a:lnTo>
                  <a:pt x="344512" y="1097038"/>
                </a:lnTo>
                <a:lnTo>
                  <a:pt x="365975" y="1118501"/>
                </a:lnTo>
                <a:lnTo>
                  <a:pt x="387438" y="1097038"/>
                </a:lnTo>
                <a:close/>
              </a:path>
              <a:path w="2118360" h="1904365">
                <a:moveTo>
                  <a:pt x="387438" y="1028903"/>
                </a:moveTo>
                <a:lnTo>
                  <a:pt x="365975" y="1007440"/>
                </a:lnTo>
                <a:lnTo>
                  <a:pt x="344512" y="1028903"/>
                </a:lnTo>
                <a:lnTo>
                  <a:pt x="365975" y="1050366"/>
                </a:lnTo>
                <a:lnTo>
                  <a:pt x="387438" y="1028903"/>
                </a:lnTo>
                <a:close/>
              </a:path>
              <a:path w="2118360" h="1904365">
                <a:moveTo>
                  <a:pt x="387438" y="824496"/>
                </a:moveTo>
                <a:lnTo>
                  <a:pt x="365975" y="803046"/>
                </a:lnTo>
                <a:lnTo>
                  <a:pt x="346913" y="822096"/>
                </a:lnTo>
                <a:lnTo>
                  <a:pt x="368388" y="843546"/>
                </a:lnTo>
                <a:lnTo>
                  <a:pt x="387438" y="824496"/>
                </a:lnTo>
                <a:close/>
              </a:path>
              <a:path w="2118360" h="1904365">
                <a:moveTo>
                  <a:pt x="387438" y="756373"/>
                </a:moveTo>
                <a:lnTo>
                  <a:pt x="365975" y="734910"/>
                </a:lnTo>
                <a:lnTo>
                  <a:pt x="344512" y="756373"/>
                </a:lnTo>
                <a:lnTo>
                  <a:pt x="365975" y="777824"/>
                </a:lnTo>
                <a:lnTo>
                  <a:pt x="387438" y="756373"/>
                </a:lnTo>
                <a:close/>
              </a:path>
              <a:path w="2118360" h="1904365">
                <a:moveTo>
                  <a:pt x="387438" y="688225"/>
                </a:moveTo>
                <a:lnTo>
                  <a:pt x="365975" y="666775"/>
                </a:lnTo>
                <a:lnTo>
                  <a:pt x="344512" y="688225"/>
                </a:lnTo>
                <a:lnTo>
                  <a:pt x="365975" y="709688"/>
                </a:lnTo>
                <a:lnTo>
                  <a:pt x="387438" y="688225"/>
                </a:lnTo>
                <a:close/>
              </a:path>
              <a:path w="2118360" h="1904365">
                <a:moveTo>
                  <a:pt x="387438" y="620090"/>
                </a:moveTo>
                <a:lnTo>
                  <a:pt x="365975" y="598627"/>
                </a:lnTo>
                <a:lnTo>
                  <a:pt x="344512" y="620090"/>
                </a:lnTo>
                <a:lnTo>
                  <a:pt x="365975" y="641553"/>
                </a:lnTo>
                <a:lnTo>
                  <a:pt x="387438" y="620090"/>
                </a:lnTo>
                <a:close/>
              </a:path>
              <a:path w="2118360" h="1904365">
                <a:moveTo>
                  <a:pt x="387438" y="551954"/>
                </a:moveTo>
                <a:lnTo>
                  <a:pt x="365975" y="530491"/>
                </a:lnTo>
                <a:lnTo>
                  <a:pt x="344512" y="551954"/>
                </a:lnTo>
                <a:lnTo>
                  <a:pt x="365975" y="573417"/>
                </a:lnTo>
                <a:lnTo>
                  <a:pt x="387438" y="551954"/>
                </a:lnTo>
                <a:close/>
              </a:path>
              <a:path w="2118360" h="1904365">
                <a:moveTo>
                  <a:pt x="387438" y="483819"/>
                </a:moveTo>
                <a:lnTo>
                  <a:pt x="365975" y="462356"/>
                </a:lnTo>
                <a:lnTo>
                  <a:pt x="344512" y="483819"/>
                </a:lnTo>
                <a:lnTo>
                  <a:pt x="365975" y="505282"/>
                </a:lnTo>
                <a:lnTo>
                  <a:pt x="387438" y="483819"/>
                </a:lnTo>
                <a:close/>
              </a:path>
              <a:path w="2118360" h="1904365">
                <a:moveTo>
                  <a:pt x="387438" y="415683"/>
                </a:moveTo>
                <a:lnTo>
                  <a:pt x="365975" y="394220"/>
                </a:lnTo>
                <a:lnTo>
                  <a:pt x="344512" y="415683"/>
                </a:lnTo>
                <a:lnTo>
                  <a:pt x="365975" y="437146"/>
                </a:lnTo>
                <a:lnTo>
                  <a:pt x="387438" y="415683"/>
                </a:lnTo>
                <a:close/>
              </a:path>
              <a:path w="2118360" h="1904365">
                <a:moveTo>
                  <a:pt x="454545" y="1369580"/>
                </a:moveTo>
                <a:lnTo>
                  <a:pt x="434111" y="1349146"/>
                </a:lnTo>
                <a:lnTo>
                  <a:pt x="413664" y="1369580"/>
                </a:lnTo>
                <a:lnTo>
                  <a:pt x="434111" y="1390027"/>
                </a:lnTo>
                <a:lnTo>
                  <a:pt x="454545" y="1369580"/>
                </a:lnTo>
                <a:close/>
              </a:path>
              <a:path w="2118360" h="1904365">
                <a:moveTo>
                  <a:pt x="454545" y="1301457"/>
                </a:moveTo>
                <a:lnTo>
                  <a:pt x="434111" y="1281010"/>
                </a:lnTo>
                <a:lnTo>
                  <a:pt x="413664" y="1301457"/>
                </a:lnTo>
                <a:lnTo>
                  <a:pt x="434111" y="1321892"/>
                </a:lnTo>
                <a:lnTo>
                  <a:pt x="454545" y="1301457"/>
                </a:lnTo>
                <a:close/>
              </a:path>
              <a:path w="2118360" h="1904365">
                <a:moveTo>
                  <a:pt x="454545" y="1233322"/>
                </a:moveTo>
                <a:lnTo>
                  <a:pt x="434111" y="1212875"/>
                </a:lnTo>
                <a:lnTo>
                  <a:pt x="413664" y="1233322"/>
                </a:lnTo>
                <a:lnTo>
                  <a:pt x="434111" y="1253756"/>
                </a:lnTo>
                <a:lnTo>
                  <a:pt x="454545" y="1233322"/>
                </a:lnTo>
                <a:close/>
              </a:path>
              <a:path w="2118360" h="1904365">
                <a:moveTo>
                  <a:pt x="454545" y="1165186"/>
                </a:moveTo>
                <a:lnTo>
                  <a:pt x="434111" y="1144739"/>
                </a:lnTo>
                <a:lnTo>
                  <a:pt x="413664" y="1165186"/>
                </a:lnTo>
                <a:lnTo>
                  <a:pt x="434111" y="1185621"/>
                </a:lnTo>
                <a:lnTo>
                  <a:pt x="454545" y="1165186"/>
                </a:lnTo>
                <a:close/>
              </a:path>
              <a:path w="2118360" h="1904365">
                <a:moveTo>
                  <a:pt x="454545" y="1097038"/>
                </a:moveTo>
                <a:lnTo>
                  <a:pt x="434111" y="1076604"/>
                </a:lnTo>
                <a:lnTo>
                  <a:pt x="413664" y="1097038"/>
                </a:lnTo>
                <a:lnTo>
                  <a:pt x="434111" y="1117485"/>
                </a:lnTo>
                <a:lnTo>
                  <a:pt x="454545" y="1097038"/>
                </a:lnTo>
                <a:close/>
              </a:path>
              <a:path w="2118360" h="1904365">
                <a:moveTo>
                  <a:pt x="454545" y="1028903"/>
                </a:moveTo>
                <a:lnTo>
                  <a:pt x="434111" y="1008468"/>
                </a:lnTo>
                <a:lnTo>
                  <a:pt x="413664" y="1028903"/>
                </a:lnTo>
                <a:lnTo>
                  <a:pt x="434111" y="1049350"/>
                </a:lnTo>
                <a:lnTo>
                  <a:pt x="454545" y="1028903"/>
                </a:lnTo>
                <a:close/>
              </a:path>
              <a:path w="2118360" h="1904365">
                <a:moveTo>
                  <a:pt x="454545" y="960767"/>
                </a:moveTo>
                <a:lnTo>
                  <a:pt x="434111" y="940333"/>
                </a:lnTo>
                <a:lnTo>
                  <a:pt x="413664" y="960767"/>
                </a:lnTo>
                <a:lnTo>
                  <a:pt x="434111" y="981214"/>
                </a:lnTo>
                <a:lnTo>
                  <a:pt x="454545" y="960767"/>
                </a:lnTo>
                <a:close/>
              </a:path>
              <a:path w="2118360" h="1904365">
                <a:moveTo>
                  <a:pt x="454545" y="892632"/>
                </a:moveTo>
                <a:lnTo>
                  <a:pt x="434111" y="872197"/>
                </a:lnTo>
                <a:lnTo>
                  <a:pt x="415607" y="890701"/>
                </a:lnTo>
                <a:lnTo>
                  <a:pt x="436067" y="911123"/>
                </a:lnTo>
                <a:lnTo>
                  <a:pt x="454545" y="892632"/>
                </a:lnTo>
                <a:close/>
              </a:path>
              <a:path w="2118360" h="1904365">
                <a:moveTo>
                  <a:pt x="454545" y="824496"/>
                </a:moveTo>
                <a:lnTo>
                  <a:pt x="434111" y="804062"/>
                </a:lnTo>
                <a:lnTo>
                  <a:pt x="413664" y="824496"/>
                </a:lnTo>
                <a:lnTo>
                  <a:pt x="434111" y="844943"/>
                </a:lnTo>
                <a:lnTo>
                  <a:pt x="454545" y="824496"/>
                </a:lnTo>
                <a:close/>
              </a:path>
              <a:path w="2118360" h="1904365">
                <a:moveTo>
                  <a:pt x="454545" y="756373"/>
                </a:moveTo>
                <a:lnTo>
                  <a:pt x="434111" y="735926"/>
                </a:lnTo>
                <a:lnTo>
                  <a:pt x="413664" y="756373"/>
                </a:lnTo>
                <a:lnTo>
                  <a:pt x="434111" y="776808"/>
                </a:lnTo>
                <a:lnTo>
                  <a:pt x="454545" y="756373"/>
                </a:lnTo>
                <a:close/>
              </a:path>
              <a:path w="2118360" h="1904365">
                <a:moveTo>
                  <a:pt x="454545" y="688225"/>
                </a:moveTo>
                <a:lnTo>
                  <a:pt x="434111" y="667791"/>
                </a:lnTo>
                <a:lnTo>
                  <a:pt x="413664" y="688225"/>
                </a:lnTo>
                <a:lnTo>
                  <a:pt x="434111" y="708672"/>
                </a:lnTo>
                <a:lnTo>
                  <a:pt x="454545" y="688225"/>
                </a:lnTo>
                <a:close/>
              </a:path>
              <a:path w="2118360" h="1904365">
                <a:moveTo>
                  <a:pt x="454545" y="620090"/>
                </a:moveTo>
                <a:lnTo>
                  <a:pt x="434111" y="599655"/>
                </a:lnTo>
                <a:lnTo>
                  <a:pt x="413664" y="620090"/>
                </a:lnTo>
                <a:lnTo>
                  <a:pt x="434111" y="640537"/>
                </a:lnTo>
                <a:lnTo>
                  <a:pt x="454545" y="620090"/>
                </a:lnTo>
                <a:close/>
              </a:path>
              <a:path w="2118360" h="1904365">
                <a:moveTo>
                  <a:pt x="454545" y="551954"/>
                </a:moveTo>
                <a:lnTo>
                  <a:pt x="434111" y="531520"/>
                </a:lnTo>
                <a:lnTo>
                  <a:pt x="413664" y="551954"/>
                </a:lnTo>
                <a:lnTo>
                  <a:pt x="434111" y="572401"/>
                </a:lnTo>
                <a:lnTo>
                  <a:pt x="454545" y="551954"/>
                </a:lnTo>
                <a:close/>
              </a:path>
              <a:path w="2118360" h="1904365">
                <a:moveTo>
                  <a:pt x="454545" y="483819"/>
                </a:moveTo>
                <a:lnTo>
                  <a:pt x="434111" y="463384"/>
                </a:lnTo>
                <a:lnTo>
                  <a:pt x="413664" y="483819"/>
                </a:lnTo>
                <a:lnTo>
                  <a:pt x="434111" y="504266"/>
                </a:lnTo>
                <a:lnTo>
                  <a:pt x="454545" y="483819"/>
                </a:lnTo>
                <a:close/>
              </a:path>
              <a:path w="2118360" h="1904365">
                <a:moveTo>
                  <a:pt x="521665" y="1301457"/>
                </a:moveTo>
                <a:lnTo>
                  <a:pt x="502246" y="1282039"/>
                </a:lnTo>
                <a:lnTo>
                  <a:pt x="482828" y="1301457"/>
                </a:lnTo>
                <a:lnTo>
                  <a:pt x="502246" y="1320876"/>
                </a:lnTo>
                <a:lnTo>
                  <a:pt x="521665" y="1301457"/>
                </a:lnTo>
                <a:close/>
              </a:path>
              <a:path w="2118360" h="1904365">
                <a:moveTo>
                  <a:pt x="521665" y="1233322"/>
                </a:moveTo>
                <a:lnTo>
                  <a:pt x="502246" y="1213891"/>
                </a:lnTo>
                <a:lnTo>
                  <a:pt x="482828" y="1233322"/>
                </a:lnTo>
                <a:lnTo>
                  <a:pt x="502246" y="1252740"/>
                </a:lnTo>
                <a:lnTo>
                  <a:pt x="521665" y="1233322"/>
                </a:lnTo>
                <a:close/>
              </a:path>
              <a:path w="2118360" h="1904365">
                <a:moveTo>
                  <a:pt x="521665" y="1165186"/>
                </a:moveTo>
                <a:lnTo>
                  <a:pt x="502246" y="1145755"/>
                </a:lnTo>
                <a:lnTo>
                  <a:pt x="482828" y="1165186"/>
                </a:lnTo>
                <a:lnTo>
                  <a:pt x="502246" y="1184605"/>
                </a:lnTo>
                <a:lnTo>
                  <a:pt x="521665" y="1165186"/>
                </a:lnTo>
                <a:close/>
              </a:path>
              <a:path w="2118360" h="1904365">
                <a:moveTo>
                  <a:pt x="521665" y="1097038"/>
                </a:moveTo>
                <a:lnTo>
                  <a:pt x="502246" y="1077620"/>
                </a:lnTo>
                <a:lnTo>
                  <a:pt x="482828" y="1097038"/>
                </a:lnTo>
                <a:lnTo>
                  <a:pt x="502246" y="1116469"/>
                </a:lnTo>
                <a:lnTo>
                  <a:pt x="521665" y="1097038"/>
                </a:lnTo>
                <a:close/>
              </a:path>
              <a:path w="2118360" h="1904365">
                <a:moveTo>
                  <a:pt x="521665" y="1028903"/>
                </a:moveTo>
                <a:lnTo>
                  <a:pt x="502246" y="1009484"/>
                </a:lnTo>
                <a:lnTo>
                  <a:pt x="482828" y="1028903"/>
                </a:lnTo>
                <a:lnTo>
                  <a:pt x="502246" y="1048334"/>
                </a:lnTo>
                <a:lnTo>
                  <a:pt x="521665" y="1028903"/>
                </a:lnTo>
                <a:close/>
              </a:path>
              <a:path w="2118360" h="1904365">
                <a:moveTo>
                  <a:pt x="521665" y="960767"/>
                </a:moveTo>
                <a:lnTo>
                  <a:pt x="502246" y="941349"/>
                </a:lnTo>
                <a:lnTo>
                  <a:pt x="482828" y="960767"/>
                </a:lnTo>
                <a:lnTo>
                  <a:pt x="502246" y="980186"/>
                </a:lnTo>
                <a:lnTo>
                  <a:pt x="521665" y="960767"/>
                </a:lnTo>
                <a:close/>
              </a:path>
              <a:path w="2118360" h="1904365">
                <a:moveTo>
                  <a:pt x="521665" y="892632"/>
                </a:moveTo>
                <a:lnTo>
                  <a:pt x="502246" y="873213"/>
                </a:lnTo>
                <a:lnTo>
                  <a:pt x="482828" y="892632"/>
                </a:lnTo>
                <a:lnTo>
                  <a:pt x="502246" y="912050"/>
                </a:lnTo>
                <a:lnTo>
                  <a:pt x="521665" y="892632"/>
                </a:lnTo>
                <a:close/>
              </a:path>
              <a:path w="2118360" h="1904365">
                <a:moveTo>
                  <a:pt x="521665" y="824496"/>
                </a:moveTo>
                <a:lnTo>
                  <a:pt x="502246" y="805078"/>
                </a:lnTo>
                <a:lnTo>
                  <a:pt x="482828" y="824496"/>
                </a:lnTo>
                <a:lnTo>
                  <a:pt x="502246" y="843915"/>
                </a:lnTo>
                <a:lnTo>
                  <a:pt x="521665" y="824496"/>
                </a:lnTo>
                <a:close/>
              </a:path>
              <a:path w="2118360" h="1904365">
                <a:moveTo>
                  <a:pt x="521665" y="756373"/>
                </a:moveTo>
                <a:lnTo>
                  <a:pt x="502246" y="736942"/>
                </a:lnTo>
                <a:lnTo>
                  <a:pt x="482828" y="756373"/>
                </a:lnTo>
                <a:lnTo>
                  <a:pt x="502246" y="775792"/>
                </a:lnTo>
                <a:lnTo>
                  <a:pt x="521665" y="756373"/>
                </a:lnTo>
                <a:close/>
              </a:path>
              <a:path w="2118360" h="1904365">
                <a:moveTo>
                  <a:pt x="521665" y="688225"/>
                </a:moveTo>
                <a:lnTo>
                  <a:pt x="502246" y="668807"/>
                </a:lnTo>
                <a:lnTo>
                  <a:pt x="482828" y="688225"/>
                </a:lnTo>
                <a:lnTo>
                  <a:pt x="502246" y="707656"/>
                </a:lnTo>
                <a:lnTo>
                  <a:pt x="521665" y="688225"/>
                </a:lnTo>
                <a:close/>
              </a:path>
              <a:path w="2118360" h="1904365">
                <a:moveTo>
                  <a:pt x="521665" y="620090"/>
                </a:moveTo>
                <a:lnTo>
                  <a:pt x="502246" y="600671"/>
                </a:lnTo>
                <a:lnTo>
                  <a:pt x="482828" y="620090"/>
                </a:lnTo>
                <a:lnTo>
                  <a:pt x="502246" y="639521"/>
                </a:lnTo>
                <a:lnTo>
                  <a:pt x="521665" y="620090"/>
                </a:lnTo>
                <a:close/>
              </a:path>
              <a:path w="2118360" h="1904365">
                <a:moveTo>
                  <a:pt x="521665" y="551954"/>
                </a:moveTo>
                <a:lnTo>
                  <a:pt x="502246" y="532536"/>
                </a:lnTo>
                <a:lnTo>
                  <a:pt x="482828" y="551954"/>
                </a:lnTo>
                <a:lnTo>
                  <a:pt x="502246" y="571373"/>
                </a:lnTo>
                <a:lnTo>
                  <a:pt x="521665" y="551954"/>
                </a:lnTo>
                <a:close/>
              </a:path>
              <a:path w="2118360" h="1904365">
                <a:moveTo>
                  <a:pt x="588772" y="1233322"/>
                </a:moveTo>
                <a:lnTo>
                  <a:pt x="570382" y="1214920"/>
                </a:lnTo>
                <a:lnTo>
                  <a:pt x="551980" y="1233322"/>
                </a:lnTo>
                <a:lnTo>
                  <a:pt x="570382" y="1251712"/>
                </a:lnTo>
                <a:lnTo>
                  <a:pt x="588772" y="1233322"/>
                </a:lnTo>
                <a:close/>
              </a:path>
              <a:path w="2118360" h="1904365">
                <a:moveTo>
                  <a:pt x="588772" y="1165186"/>
                </a:moveTo>
                <a:lnTo>
                  <a:pt x="570382" y="1146784"/>
                </a:lnTo>
                <a:lnTo>
                  <a:pt x="551980" y="1165186"/>
                </a:lnTo>
                <a:lnTo>
                  <a:pt x="570382" y="1183576"/>
                </a:lnTo>
                <a:lnTo>
                  <a:pt x="588772" y="1165186"/>
                </a:lnTo>
                <a:close/>
              </a:path>
              <a:path w="2118360" h="1904365">
                <a:moveTo>
                  <a:pt x="588772" y="1097038"/>
                </a:moveTo>
                <a:lnTo>
                  <a:pt x="570382" y="1078649"/>
                </a:lnTo>
                <a:lnTo>
                  <a:pt x="551980" y="1097038"/>
                </a:lnTo>
                <a:lnTo>
                  <a:pt x="570382" y="1115441"/>
                </a:lnTo>
                <a:lnTo>
                  <a:pt x="588772" y="1097038"/>
                </a:lnTo>
                <a:close/>
              </a:path>
              <a:path w="2118360" h="1904365">
                <a:moveTo>
                  <a:pt x="588772" y="1028903"/>
                </a:moveTo>
                <a:lnTo>
                  <a:pt x="570382" y="1010513"/>
                </a:lnTo>
                <a:lnTo>
                  <a:pt x="551980" y="1028903"/>
                </a:lnTo>
                <a:lnTo>
                  <a:pt x="570382" y="1047305"/>
                </a:lnTo>
                <a:lnTo>
                  <a:pt x="588772" y="1028903"/>
                </a:lnTo>
                <a:close/>
              </a:path>
              <a:path w="2118360" h="1904365">
                <a:moveTo>
                  <a:pt x="588772" y="960767"/>
                </a:moveTo>
                <a:lnTo>
                  <a:pt x="570382" y="942378"/>
                </a:lnTo>
                <a:lnTo>
                  <a:pt x="551980" y="960767"/>
                </a:lnTo>
                <a:lnTo>
                  <a:pt x="570382" y="979170"/>
                </a:lnTo>
                <a:lnTo>
                  <a:pt x="588772" y="960767"/>
                </a:lnTo>
                <a:close/>
              </a:path>
              <a:path w="2118360" h="1904365">
                <a:moveTo>
                  <a:pt x="588772" y="892632"/>
                </a:moveTo>
                <a:lnTo>
                  <a:pt x="570382" y="874242"/>
                </a:lnTo>
                <a:lnTo>
                  <a:pt x="551980" y="892632"/>
                </a:lnTo>
                <a:lnTo>
                  <a:pt x="570382" y="911034"/>
                </a:lnTo>
                <a:lnTo>
                  <a:pt x="588772" y="892632"/>
                </a:lnTo>
                <a:close/>
              </a:path>
              <a:path w="2118360" h="1904365">
                <a:moveTo>
                  <a:pt x="588772" y="824496"/>
                </a:moveTo>
                <a:lnTo>
                  <a:pt x="570382" y="806107"/>
                </a:lnTo>
                <a:lnTo>
                  <a:pt x="551980" y="824496"/>
                </a:lnTo>
                <a:lnTo>
                  <a:pt x="570382" y="842899"/>
                </a:lnTo>
                <a:lnTo>
                  <a:pt x="588772" y="824496"/>
                </a:lnTo>
                <a:close/>
              </a:path>
              <a:path w="2118360" h="1904365">
                <a:moveTo>
                  <a:pt x="588772" y="756373"/>
                </a:moveTo>
                <a:lnTo>
                  <a:pt x="570382" y="737971"/>
                </a:lnTo>
                <a:lnTo>
                  <a:pt x="551980" y="756373"/>
                </a:lnTo>
                <a:lnTo>
                  <a:pt x="570382" y="774763"/>
                </a:lnTo>
                <a:lnTo>
                  <a:pt x="588772" y="756373"/>
                </a:lnTo>
                <a:close/>
              </a:path>
              <a:path w="2118360" h="1904365">
                <a:moveTo>
                  <a:pt x="588772" y="688225"/>
                </a:moveTo>
                <a:lnTo>
                  <a:pt x="570382" y="669836"/>
                </a:lnTo>
                <a:lnTo>
                  <a:pt x="551980" y="688225"/>
                </a:lnTo>
                <a:lnTo>
                  <a:pt x="570382" y="706628"/>
                </a:lnTo>
                <a:lnTo>
                  <a:pt x="588772" y="688225"/>
                </a:lnTo>
                <a:close/>
              </a:path>
              <a:path w="2118360" h="1904365">
                <a:moveTo>
                  <a:pt x="588772" y="620090"/>
                </a:moveTo>
                <a:lnTo>
                  <a:pt x="570382" y="601700"/>
                </a:lnTo>
                <a:lnTo>
                  <a:pt x="551980" y="620090"/>
                </a:lnTo>
                <a:lnTo>
                  <a:pt x="570382" y="638492"/>
                </a:lnTo>
                <a:lnTo>
                  <a:pt x="588772" y="620090"/>
                </a:lnTo>
                <a:close/>
              </a:path>
              <a:path w="2118360" h="1904365">
                <a:moveTo>
                  <a:pt x="655891" y="1165186"/>
                </a:moveTo>
                <a:lnTo>
                  <a:pt x="638517" y="1147800"/>
                </a:lnTo>
                <a:lnTo>
                  <a:pt x="621144" y="1165186"/>
                </a:lnTo>
                <a:lnTo>
                  <a:pt x="638517" y="1182560"/>
                </a:lnTo>
                <a:lnTo>
                  <a:pt x="655891" y="1165186"/>
                </a:lnTo>
                <a:close/>
              </a:path>
              <a:path w="2118360" h="1904365">
                <a:moveTo>
                  <a:pt x="655891" y="1097038"/>
                </a:moveTo>
                <a:lnTo>
                  <a:pt x="638517" y="1079665"/>
                </a:lnTo>
                <a:lnTo>
                  <a:pt x="621144" y="1097038"/>
                </a:lnTo>
                <a:lnTo>
                  <a:pt x="638517" y="1114425"/>
                </a:lnTo>
                <a:lnTo>
                  <a:pt x="655891" y="1097038"/>
                </a:lnTo>
                <a:close/>
              </a:path>
              <a:path w="2118360" h="1904365">
                <a:moveTo>
                  <a:pt x="655891" y="1028903"/>
                </a:moveTo>
                <a:lnTo>
                  <a:pt x="638517" y="1011529"/>
                </a:lnTo>
                <a:lnTo>
                  <a:pt x="621144" y="1028903"/>
                </a:lnTo>
                <a:lnTo>
                  <a:pt x="638517" y="1046289"/>
                </a:lnTo>
                <a:lnTo>
                  <a:pt x="655891" y="1028903"/>
                </a:lnTo>
                <a:close/>
              </a:path>
              <a:path w="2118360" h="1904365">
                <a:moveTo>
                  <a:pt x="655891" y="960767"/>
                </a:moveTo>
                <a:lnTo>
                  <a:pt x="638517" y="943394"/>
                </a:lnTo>
                <a:lnTo>
                  <a:pt x="621144" y="960767"/>
                </a:lnTo>
                <a:lnTo>
                  <a:pt x="638517" y="978154"/>
                </a:lnTo>
                <a:lnTo>
                  <a:pt x="655891" y="960767"/>
                </a:lnTo>
                <a:close/>
              </a:path>
              <a:path w="2118360" h="1904365">
                <a:moveTo>
                  <a:pt x="655891" y="892632"/>
                </a:moveTo>
                <a:lnTo>
                  <a:pt x="638517" y="875258"/>
                </a:lnTo>
                <a:lnTo>
                  <a:pt x="621144" y="892632"/>
                </a:lnTo>
                <a:lnTo>
                  <a:pt x="638517" y="910018"/>
                </a:lnTo>
                <a:lnTo>
                  <a:pt x="655891" y="892632"/>
                </a:lnTo>
                <a:close/>
              </a:path>
              <a:path w="2118360" h="1904365">
                <a:moveTo>
                  <a:pt x="655891" y="824496"/>
                </a:moveTo>
                <a:lnTo>
                  <a:pt x="638517" y="807123"/>
                </a:lnTo>
                <a:lnTo>
                  <a:pt x="621144" y="824496"/>
                </a:lnTo>
                <a:lnTo>
                  <a:pt x="638517" y="841870"/>
                </a:lnTo>
                <a:lnTo>
                  <a:pt x="655891" y="824496"/>
                </a:lnTo>
                <a:close/>
              </a:path>
              <a:path w="2118360" h="1904365">
                <a:moveTo>
                  <a:pt x="655891" y="756373"/>
                </a:moveTo>
                <a:lnTo>
                  <a:pt x="638517" y="738987"/>
                </a:lnTo>
                <a:lnTo>
                  <a:pt x="621144" y="756373"/>
                </a:lnTo>
                <a:lnTo>
                  <a:pt x="638517" y="773747"/>
                </a:lnTo>
                <a:lnTo>
                  <a:pt x="655891" y="756373"/>
                </a:lnTo>
                <a:close/>
              </a:path>
              <a:path w="2118360" h="1904365">
                <a:moveTo>
                  <a:pt x="655891" y="688225"/>
                </a:moveTo>
                <a:lnTo>
                  <a:pt x="638517" y="670852"/>
                </a:lnTo>
                <a:lnTo>
                  <a:pt x="621144" y="688225"/>
                </a:lnTo>
                <a:lnTo>
                  <a:pt x="638517" y="705612"/>
                </a:lnTo>
                <a:lnTo>
                  <a:pt x="655891" y="688225"/>
                </a:lnTo>
                <a:close/>
              </a:path>
              <a:path w="2118360" h="1904365">
                <a:moveTo>
                  <a:pt x="723011" y="1097038"/>
                </a:moveTo>
                <a:lnTo>
                  <a:pt x="706653" y="1080693"/>
                </a:lnTo>
                <a:lnTo>
                  <a:pt x="690295" y="1097038"/>
                </a:lnTo>
                <a:lnTo>
                  <a:pt x="706653" y="1113396"/>
                </a:lnTo>
                <a:lnTo>
                  <a:pt x="723011" y="1097038"/>
                </a:lnTo>
                <a:close/>
              </a:path>
              <a:path w="2118360" h="1904365">
                <a:moveTo>
                  <a:pt x="723011" y="1028903"/>
                </a:moveTo>
                <a:lnTo>
                  <a:pt x="706653" y="1012558"/>
                </a:lnTo>
                <a:lnTo>
                  <a:pt x="690295" y="1028903"/>
                </a:lnTo>
                <a:lnTo>
                  <a:pt x="706653" y="1045260"/>
                </a:lnTo>
                <a:lnTo>
                  <a:pt x="723011" y="1028903"/>
                </a:lnTo>
                <a:close/>
              </a:path>
              <a:path w="2118360" h="1904365">
                <a:moveTo>
                  <a:pt x="723011" y="960767"/>
                </a:moveTo>
                <a:lnTo>
                  <a:pt x="706653" y="944422"/>
                </a:lnTo>
                <a:lnTo>
                  <a:pt x="690295" y="960767"/>
                </a:lnTo>
                <a:lnTo>
                  <a:pt x="706653" y="977125"/>
                </a:lnTo>
                <a:lnTo>
                  <a:pt x="723011" y="960767"/>
                </a:lnTo>
                <a:close/>
              </a:path>
              <a:path w="2118360" h="1904365">
                <a:moveTo>
                  <a:pt x="723011" y="892632"/>
                </a:moveTo>
                <a:lnTo>
                  <a:pt x="706653" y="876287"/>
                </a:lnTo>
                <a:lnTo>
                  <a:pt x="690295" y="892632"/>
                </a:lnTo>
                <a:lnTo>
                  <a:pt x="706653" y="908989"/>
                </a:lnTo>
                <a:lnTo>
                  <a:pt x="723011" y="892632"/>
                </a:lnTo>
                <a:close/>
              </a:path>
              <a:path w="2118360" h="1904365">
                <a:moveTo>
                  <a:pt x="723011" y="824496"/>
                </a:moveTo>
                <a:lnTo>
                  <a:pt x="706653" y="808151"/>
                </a:lnTo>
                <a:lnTo>
                  <a:pt x="690295" y="824496"/>
                </a:lnTo>
                <a:lnTo>
                  <a:pt x="706653" y="840854"/>
                </a:lnTo>
                <a:lnTo>
                  <a:pt x="723011" y="824496"/>
                </a:lnTo>
                <a:close/>
              </a:path>
              <a:path w="2118360" h="1904365">
                <a:moveTo>
                  <a:pt x="723011" y="756373"/>
                </a:moveTo>
                <a:lnTo>
                  <a:pt x="706653" y="740016"/>
                </a:lnTo>
                <a:lnTo>
                  <a:pt x="690295" y="756373"/>
                </a:lnTo>
                <a:lnTo>
                  <a:pt x="706653" y="772718"/>
                </a:lnTo>
                <a:lnTo>
                  <a:pt x="723011" y="756373"/>
                </a:lnTo>
                <a:close/>
              </a:path>
              <a:path w="2118360" h="1904365">
                <a:moveTo>
                  <a:pt x="790117" y="1028903"/>
                </a:moveTo>
                <a:lnTo>
                  <a:pt x="774788" y="1013574"/>
                </a:lnTo>
                <a:lnTo>
                  <a:pt x="759460" y="1028903"/>
                </a:lnTo>
                <a:lnTo>
                  <a:pt x="774788" y="1044244"/>
                </a:lnTo>
                <a:lnTo>
                  <a:pt x="790117" y="1028903"/>
                </a:lnTo>
                <a:close/>
              </a:path>
              <a:path w="2118360" h="1904365">
                <a:moveTo>
                  <a:pt x="790117" y="960767"/>
                </a:moveTo>
                <a:lnTo>
                  <a:pt x="774788" y="945438"/>
                </a:lnTo>
                <a:lnTo>
                  <a:pt x="759460" y="960767"/>
                </a:lnTo>
                <a:lnTo>
                  <a:pt x="774788" y="976109"/>
                </a:lnTo>
                <a:lnTo>
                  <a:pt x="790117" y="960767"/>
                </a:lnTo>
                <a:close/>
              </a:path>
              <a:path w="2118360" h="1904365">
                <a:moveTo>
                  <a:pt x="790117" y="892632"/>
                </a:moveTo>
                <a:lnTo>
                  <a:pt x="774788" y="877303"/>
                </a:lnTo>
                <a:lnTo>
                  <a:pt x="759460" y="892632"/>
                </a:lnTo>
                <a:lnTo>
                  <a:pt x="774788" y="907973"/>
                </a:lnTo>
                <a:lnTo>
                  <a:pt x="790117" y="892632"/>
                </a:lnTo>
                <a:close/>
              </a:path>
              <a:path w="2118360" h="1904365">
                <a:moveTo>
                  <a:pt x="790117" y="824496"/>
                </a:moveTo>
                <a:lnTo>
                  <a:pt x="774788" y="809167"/>
                </a:lnTo>
                <a:lnTo>
                  <a:pt x="759460" y="824496"/>
                </a:lnTo>
                <a:lnTo>
                  <a:pt x="774788" y="839838"/>
                </a:lnTo>
                <a:lnTo>
                  <a:pt x="790117" y="824496"/>
                </a:lnTo>
                <a:close/>
              </a:path>
              <a:path w="2118360" h="1904365">
                <a:moveTo>
                  <a:pt x="857224" y="960767"/>
                </a:moveTo>
                <a:lnTo>
                  <a:pt x="842924" y="946467"/>
                </a:lnTo>
                <a:lnTo>
                  <a:pt x="828611" y="960767"/>
                </a:lnTo>
                <a:lnTo>
                  <a:pt x="842924" y="975080"/>
                </a:lnTo>
                <a:lnTo>
                  <a:pt x="857224" y="960767"/>
                </a:lnTo>
                <a:close/>
              </a:path>
              <a:path w="2118360" h="1904365">
                <a:moveTo>
                  <a:pt x="857224" y="892632"/>
                </a:moveTo>
                <a:lnTo>
                  <a:pt x="842924" y="878332"/>
                </a:lnTo>
                <a:lnTo>
                  <a:pt x="828611" y="892632"/>
                </a:lnTo>
                <a:lnTo>
                  <a:pt x="842924" y="906945"/>
                </a:lnTo>
                <a:lnTo>
                  <a:pt x="857224" y="892632"/>
                </a:lnTo>
                <a:close/>
              </a:path>
              <a:path w="2118360" h="1904365">
                <a:moveTo>
                  <a:pt x="975233" y="1580692"/>
                </a:moveTo>
                <a:lnTo>
                  <a:pt x="939330" y="1544777"/>
                </a:lnTo>
                <a:lnTo>
                  <a:pt x="901611" y="1582496"/>
                </a:lnTo>
                <a:lnTo>
                  <a:pt x="937526" y="1618399"/>
                </a:lnTo>
                <a:lnTo>
                  <a:pt x="975233" y="1580692"/>
                </a:lnTo>
                <a:close/>
              </a:path>
              <a:path w="2118360" h="1904365">
                <a:moveTo>
                  <a:pt x="975233" y="323494"/>
                </a:moveTo>
                <a:lnTo>
                  <a:pt x="937526" y="285775"/>
                </a:lnTo>
                <a:lnTo>
                  <a:pt x="906729" y="316572"/>
                </a:lnTo>
                <a:lnTo>
                  <a:pt x="944448" y="354279"/>
                </a:lnTo>
                <a:lnTo>
                  <a:pt x="975233" y="323494"/>
                </a:lnTo>
                <a:close/>
              </a:path>
              <a:path w="2118360" h="1904365">
                <a:moveTo>
                  <a:pt x="1070495" y="1677390"/>
                </a:moveTo>
                <a:lnTo>
                  <a:pt x="1034224" y="1641132"/>
                </a:lnTo>
                <a:lnTo>
                  <a:pt x="997966" y="1677390"/>
                </a:lnTo>
                <a:lnTo>
                  <a:pt x="1034224" y="1713661"/>
                </a:lnTo>
                <a:lnTo>
                  <a:pt x="1070495" y="1677390"/>
                </a:lnTo>
                <a:close/>
              </a:path>
              <a:path w="2118360" h="1904365">
                <a:moveTo>
                  <a:pt x="1070495" y="1580692"/>
                </a:moveTo>
                <a:lnTo>
                  <a:pt x="1034224" y="1544421"/>
                </a:lnTo>
                <a:lnTo>
                  <a:pt x="997966" y="1580692"/>
                </a:lnTo>
                <a:lnTo>
                  <a:pt x="1034224" y="1616951"/>
                </a:lnTo>
                <a:lnTo>
                  <a:pt x="1070495" y="1580692"/>
                </a:lnTo>
                <a:close/>
              </a:path>
              <a:path w="2118360" h="1904365">
                <a:moveTo>
                  <a:pt x="1070495" y="1483982"/>
                </a:moveTo>
                <a:lnTo>
                  <a:pt x="1035316" y="1448803"/>
                </a:lnTo>
                <a:lnTo>
                  <a:pt x="999045" y="1485061"/>
                </a:lnTo>
                <a:lnTo>
                  <a:pt x="1034224" y="1520240"/>
                </a:lnTo>
                <a:lnTo>
                  <a:pt x="1070495" y="1483982"/>
                </a:lnTo>
                <a:close/>
              </a:path>
              <a:path w="2118360" h="1904365">
                <a:moveTo>
                  <a:pt x="1070495" y="420192"/>
                </a:moveTo>
                <a:lnTo>
                  <a:pt x="1034224" y="383933"/>
                </a:lnTo>
                <a:lnTo>
                  <a:pt x="1004176" y="413981"/>
                </a:lnTo>
                <a:lnTo>
                  <a:pt x="1040447" y="450253"/>
                </a:lnTo>
                <a:lnTo>
                  <a:pt x="1070495" y="420192"/>
                </a:lnTo>
                <a:close/>
              </a:path>
              <a:path w="2118360" h="1904365">
                <a:moveTo>
                  <a:pt x="1070495" y="323494"/>
                </a:moveTo>
                <a:lnTo>
                  <a:pt x="1034224" y="287223"/>
                </a:lnTo>
                <a:lnTo>
                  <a:pt x="997966" y="323494"/>
                </a:lnTo>
                <a:lnTo>
                  <a:pt x="1034224" y="359752"/>
                </a:lnTo>
                <a:lnTo>
                  <a:pt x="1070495" y="323494"/>
                </a:lnTo>
                <a:close/>
              </a:path>
              <a:path w="2118360" h="1904365">
                <a:moveTo>
                  <a:pt x="1070495" y="226783"/>
                </a:moveTo>
                <a:lnTo>
                  <a:pt x="1034224" y="190512"/>
                </a:lnTo>
                <a:lnTo>
                  <a:pt x="997966" y="226783"/>
                </a:lnTo>
                <a:lnTo>
                  <a:pt x="1034224" y="263042"/>
                </a:lnTo>
                <a:lnTo>
                  <a:pt x="1070495" y="226783"/>
                </a:lnTo>
                <a:close/>
              </a:path>
              <a:path w="2118360" h="1904365">
                <a:moveTo>
                  <a:pt x="1165758" y="1774113"/>
                </a:moveTo>
                <a:lnTo>
                  <a:pt x="1130935" y="1739290"/>
                </a:lnTo>
                <a:lnTo>
                  <a:pt x="1096124" y="1774113"/>
                </a:lnTo>
                <a:lnTo>
                  <a:pt x="1130935" y="1808911"/>
                </a:lnTo>
                <a:lnTo>
                  <a:pt x="1165758" y="1774113"/>
                </a:lnTo>
                <a:close/>
              </a:path>
              <a:path w="2118360" h="1904365">
                <a:moveTo>
                  <a:pt x="1165758" y="1677390"/>
                </a:moveTo>
                <a:lnTo>
                  <a:pt x="1130935" y="1642579"/>
                </a:lnTo>
                <a:lnTo>
                  <a:pt x="1096124" y="1677390"/>
                </a:lnTo>
                <a:lnTo>
                  <a:pt x="1130935" y="1712214"/>
                </a:lnTo>
                <a:lnTo>
                  <a:pt x="1165758" y="1677390"/>
                </a:lnTo>
                <a:close/>
              </a:path>
              <a:path w="2118360" h="1904365">
                <a:moveTo>
                  <a:pt x="1165758" y="1580692"/>
                </a:moveTo>
                <a:lnTo>
                  <a:pt x="1130935" y="1545869"/>
                </a:lnTo>
                <a:lnTo>
                  <a:pt x="1096124" y="1580692"/>
                </a:lnTo>
                <a:lnTo>
                  <a:pt x="1130935" y="1615503"/>
                </a:lnTo>
                <a:lnTo>
                  <a:pt x="1165758" y="1580692"/>
                </a:lnTo>
                <a:close/>
              </a:path>
              <a:path w="2118360" h="1904365">
                <a:moveTo>
                  <a:pt x="1165758" y="1483982"/>
                </a:moveTo>
                <a:lnTo>
                  <a:pt x="1130935" y="1449171"/>
                </a:lnTo>
                <a:lnTo>
                  <a:pt x="1096124" y="1483982"/>
                </a:lnTo>
                <a:lnTo>
                  <a:pt x="1130935" y="1518793"/>
                </a:lnTo>
                <a:lnTo>
                  <a:pt x="1165758" y="1483982"/>
                </a:lnTo>
                <a:close/>
              </a:path>
              <a:path w="2118360" h="1904365">
                <a:moveTo>
                  <a:pt x="1165758" y="1387271"/>
                </a:moveTo>
                <a:lnTo>
                  <a:pt x="1131316" y="1352829"/>
                </a:lnTo>
                <a:lnTo>
                  <a:pt x="1096492" y="1387640"/>
                </a:lnTo>
                <a:lnTo>
                  <a:pt x="1130935" y="1422082"/>
                </a:lnTo>
                <a:lnTo>
                  <a:pt x="1165758" y="1387271"/>
                </a:lnTo>
                <a:close/>
              </a:path>
              <a:path w="2118360" h="1904365">
                <a:moveTo>
                  <a:pt x="1165758" y="516902"/>
                </a:moveTo>
                <a:lnTo>
                  <a:pt x="1130935" y="482092"/>
                </a:lnTo>
                <a:lnTo>
                  <a:pt x="1101623" y="511403"/>
                </a:lnTo>
                <a:lnTo>
                  <a:pt x="1136434" y="546214"/>
                </a:lnTo>
                <a:lnTo>
                  <a:pt x="1165758" y="516902"/>
                </a:lnTo>
                <a:close/>
              </a:path>
              <a:path w="2118360" h="1904365">
                <a:moveTo>
                  <a:pt x="1165758" y="420192"/>
                </a:moveTo>
                <a:lnTo>
                  <a:pt x="1130935" y="385381"/>
                </a:lnTo>
                <a:lnTo>
                  <a:pt x="1096124" y="420192"/>
                </a:lnTo>
                <a:lnTo>
                  <a:pt x="1130935" y="455015"/>
                </a:lnTo>
                <a:lnTo>
                  <a:pt x="1165758" y="420192"/>
                </a:lnTo>
                <a:close/>
              </a:path>
              <a:path w="2118360" h="1904365">
                <a:moveTo>
                  <a:pt x="1165758" y="323494"/>
                </a:moveTo>
                <a:lnTo>
                  <a:pt x="1130935" y="288671"/>
                </a:lnTo>
                <a:lnTo>
                  <a:pt x="1096124" y="323494"/>
                </a:lnTo>
                <a:lnTo>
                  <a:pt x="1130935" y="358305"/>
                </a:lnTo>
                <a:lnTo>
                  <a:pt x="1165758" y="323494"/>
                </a:lnTo>
                <a:close/>
              </a:path>
              <a:path w="2118360" h="1904365">
                <a:moveTo>
                  <a:pt x="1165758" y="226783"/>
                </a:moveTo>
                <a:lnTo>
                  <a:pt x="1130935" y="191960"/>
                </a:lnTo>
                <a:lnTo>
                  <a:pt x="1096124" y="226783"/>
                </a:lnTo>
                <a:lnTo>
                  <a:pt x="1130935" y="261594"/>
                </a:lnTo>
                <a:lnTo>
                  <a:pt x="1165758" y="226783"/>
                </a:lnTo>
                <a:close/>
              </a:path>
              <a:path w="2118360" h="1904365">
                <a:moveTo>
                  <a:pt x="1165758" y="130073"/>
                </a:moveTo>
                <a:lnTo>
                  <a:pt x="1130935" y="95262"/>
                </a:lnTo>
                <a:lnTo>
                  <a:pt x="1096124" y="130073"/>
                </a:lnTo>
                <a:lnTo>
                  <a:pt x="1130935" y="164884"/>
                </a:lnTo>
                <a:lnTo>
                  <a:pt x="1165758" y="130073"/>
                </a:lnTo>
                <a:close/>
              </a:path>
              <a:path w="2118360" h="1904365">
                <a:moveTo>
                  <a:pt x="1261008" y="1870811"/>
                </a:moveTo>
                <a:lnTo>
                  <a:pt x="1227645" y="1837436"/>
                </a:lnTo>
                <a:lnTo>
                  <a:pt x="1194282" y="1870811"/>
                </a:lnTo>
                <a:lnTo>
                  <a:pt x="1227645" y="1904174"/>
                </a:lnTo>
                <a:lnTo>
                  <a:pt x="1261008" y="1870811"/>
                </a:lnTo>
                <a:close/>
              </a:path>
              <a:path w="2118360" h="1904365">
                <a:moveTo>
                  <a:pt x="1261008" y="1774113"/>
                </a:moveTo>
                <a:lnTo>
                  <a:pt x="1227645" y="1740738"/>
                </a:lnTo>
                <a:lnTo>
                  <a:pt x="1194282" y="1774113"/>
                </a:lnTo>
                <a:lnTo>
                  <a:pt x="1227645" y="1807464"/>
                </a:lnTo>
                <a:lnTo>
                  <a:pt x="1261008" y="1774113"/>
                </a:lnTo>
                <a:close/>
              </a:path>
              <a:path w="2118360" h="1904365">
                <a:moveTo>
                  <a:pt x="1261008" y="1677390"/>
                </a:moveTo>
                <a:lnTo>
                  <a:pt x="1227645" y="1644027"/>
                </a:lnTo>
                <a:lnTo>
                  <a:pt x="1194282" y="1677390"/>
                </a:lnTo>
                <a:lnTo>
                  <a:pt x="1227645" y="1710766"/>
                </a:lnTo>
                <a:lnTo>
                  <a:pt x="1261008" y="1677390"/>
                </a:lnTo>
                <a:close/>
              </a:path>
              <a:path w="2118360" h="1904365">
                <a:moveTo>
                  <a:pt x="1261008" y="1580692"/>
                </a:moveTo>
                <a:lnTo>
                  <a:pt x="1227645" y="1547329"/>
                </a:lnTo>
                <a:lnTo>
                  <a:pt x="1194282" y="1580692"/>
                </a:lnTo>
                <a:lnTo>
                  <a:pt x="1227645" y="1614055"/>
                </a:lnTo>
                <a:lnTo>
                  <a:pt x="1261008" y="1580692"/>
                </a:lnTo>
                <a:close/>
              </a:path>
              <a:path w="2118360" h="1904365">
                <a:moveTo>
                  <a:pt x="1261008" y="1483982"/>
                </a:moveTo>
                <a:lnTo>
                  <a:pt x="1227645" y="1450619"/>
                </a:lnTo>
                <a:lnTo>
                  <a:pt x="1194282" y="1483982"/>
                </a:lnTo>
                <a:lnTo>
                  <a:pt x="1227645" y="1517345"/>
                </a:lnTo>
                <a:lnTo>
                  <a:pt x="1261008" y="1483982"/>
                </a:lnTo>
                <a:close/>
              </a:path>
              <a:path w="2118360" h="1904365">
                <a:moveTo>
                  <a:pt x="1261008" y="1387271"/>
                </a:moveTo>
                <a:lnTo>
                  <a:pt x="1227645" y="1353908"/>
                </a:lnTo>
                <a:lnTo>
                  <a:pt x="1194282" y="1387271"/>
                </a:lnTo>
                <a:lnTo>
                  <a:pt x="1227645" y="1420634"/>
                </a:lnTo>
                <a:lnTo>
                  <a:pt x="1261008" y="1387271"/>
                </a:lnTo>
                <a:close/>
              </a:path>
              <a:path w="2118360" h="1904365">
                <a:moveTo>
                  <a:pt x="1261008" y="1290561"/>
                </a:moveTo>
                <a:lnTo>
                  <a:pt x="1227645" y="1257198"/>
                </a:lnTo>
                <a:lnTo>
                  <a:pt x="1194282" y="1290561"/>
                </a:lnTo>
                <a:lnTo>
                  <a:pt x="1227645" y="1323924"/>
                </a:lnTo>
                <a:lnTo>
                  <a:pt x="1261008" y="1290561"/>
                </a:lnTo>
                <a:close/>
              </a:path>
              <a:path w="2118360" h="1904365">
                <a:moveTo>
                  <a:pt x="1261008" y="613613"/>
                </a:moveTo>
                <a:lnTo>
                  <a:pt x="1227645" y="580250"/>
                </a:lnTo>
                <a:lnTo>
                  <a:pt x="1199070" y="608825"/>
                </a:lnTo>
                <a:lnTo>
                  <a:pt x="1232433" y="642188"/>
                </a:lnTo>
                <a:lnTo>
                  <a:pt x="1261008" y="613613"/>
                </a:lnTo>
                <a:close/>
              </a:path>
              <a:path w="2118360" h="1904365">
                <a:moveTo>
                  <a:pt x="1261008" y="516902"/>
                </a:moveTo>
                <a:lnTo>
                  <a:pt x="1227645" y="483539"/>
                </a:lnTo>
                <a:lnTo>
                  <a:pt x="1194282" y="516902"/>
                </a:lnTo>
                <a:lnTo>
                  <a:pt x="1227645" y="550265"/>
                </a:lnTo>
                <a:lnTo>
                  <a:pt x="1261008" y="516902"/>
                </a:lnTo>
                <a:close/>
              </a:path>
              <a:path w="2118360" h="1904365">
                <a:moveTo>
                  <a:pt x="1261008" y="420192"/>
                </a:moveTo>
                <a:lnTo>
                  <a:pt x="1227645" y="386829"/>
                </a:lnTo>
                <a:lnTo>
                  <a:pt x="1194282" y="420192"/>
                </a:lnTo>
                <a:lnTo>
                  <a:pt x="1227645" y="453555"/>
                </a:lnTo>
                <a:lnTo>
                  <a:pt x="1261008" y="420192"/>
                </a:lnTo>
                <a:close/>
              </a:path>
              <a:path w="2118360" h="1904365">
                <a:moveTo>
                  <a:pt x="1261008" y="323494"/>
                </a:moveTo>
                <a:lnTo>
                  <a:pt x="1227645" y="290131"/>
                </a:lnTo>
                <a:lnTo>
                  <a:pt x="1194282" y="323494"/>
                </a:lnTo>
                <a:lnTo>
                  <a:pt x="1227645" y="356857"/>
                </a:lnTo>
                <a:lnTo>
                  <a:pt x="1261008" y="323494"/>
                </a:lnTo>
                <a:close/>
              </a:path>
              <a:path w="2118360" h="1904365">
                <a:moveTo>
                  <a:pt x="1261008" y="226783"/>
                </a:moveTo>
                <a:lnTo>
                  <a:pt x="1227645" y="193421"/>
                </a:lnTo>
                <a:lnTo>
                  <a:pt x="1194282" y="226783"/>
                </a:lnTo>
                <a:lnTo>
                  <a:pt x="1227645" y="260146"/>
                </a:lnTo>
                <a:lnTo>
                  <a:pt x="1261008" y="226783"/>
                </a:lnTo>
                <a:close/>
              </a:path>
              <a:path w="2118360" h="1904365">
                <a:moveTo>
                  <a:pt x="1261008" y="130073"/>
                </a:moveTo>
                <a:lnTo>
                  <a:pt x="1227645" y="96710"/>
                </a:lnTo>
                <a:lnTo>
                  <a:pt x="1194282" y="130073"/>
                </a:lnTo>
                <a:lnTo>
                  <a:pt x="1227645" y="163436"/>
                </a:lnTo>
                <a:lnTo>
                  <a:pt x="1261008" y="130073"/>
                </a:lnTo>
                <a:close/>
              </a:path>
              <a:path w="2118360" h="1904365">
                <a:moveTo>
                  <a:pt x="1261008" y="33362"/>
                </a:moveTo>
                <a:lnTo>
                  <a:pt x="1227645" y="0"/>
                </a:lnTo>
                <a:lnTo>
                  <a:pt x="1194282" y="33362"/>
                </a:lnTo>
                <a:lnTo>
                  <a:pt x="1227645" y="66725"/>
                </a:lnTo>
                <a:lnTo>
                  <a:pt x="1261008" y="33362"/>
                </a:lnTo>
                <a:close/>
              </a:path>
              <a:path w="2118360" h="1904365">
                <a:moveTo>
                  <a:pt x="1356271" y="1774113"/>
                </a:moveTo>
                <a:lnTo>
                  <a:pt x="1324356" y="1742186"/>
                </a:lnTo>
                <a:lnTo>
                  <a:pt x="1292440" y="1774113"/>
                </a:lnTo>
                <a:lnTo>
                  <a:pt x="1324356" y="1806028"/>
                </a:lnTo>
                <a:lnTo>
                  <a:pt x="1356271" y="1774113"/>
                </a:lnTo>
                <a:close/>
              </a:path>
              <a:path w="2118360" h="1904365">
                <a:moveTo>
                  <a:pt x="1356271" y="1677390"/>
                </a:moveTo>
                <a:lnTo>
                  <a:pt x="1324356" y="1645488"/>
                </a:lnTo>
                <a:lnTo>
                  <a:pt x="1292440" y="1677390"/>
                </a:lnTo>
                <a:lnTo>
                  <a:pt x="1324356" y="1709305"/>
                </a:lnTo>
                <a:lnTo>
                  <a:pt x="1356271" y="1677390"/>
                </a:lnTo>
                <a:close/>
              </a:path>
              <a:path w="2118360" h="1904365">
                <a:moveTo>
                  <a:pt x="1356271" y="1580692"/>
                </a:moveTo>
                <a:lnTo>
                  <a:pt x="1324356" y="1548777"/>
                </a:lnTo>
                <a:lnTo>
                  <a:pt x="1292440" y="1580692"/>
                </a:lnTo>
                <a:lnTo>
                  <a:pt x="1324356" y="1612607"/>
                </a:lnTo>
                <a:lnTo>
                  <a:pt x="1356271" y="1580692"/>
                </a:lnTo>
                <a:close/>
              </a:path>
              <a:path w="2118360" h="1904365">
                <a:moveTo>
                  <a:pt x="1356271" y="1483982"/>
                </a:moveTo>
                <a:lnTo>
                  <a:pt x="1324356" y="1452067"/>
                </a:lnTo>
                <a:lnTo>
                  <a:pt x="1292440" y="1483982"/>
                </a:lnTo>
                <a:lnTo>
                  <a:pt x="1324356" y="1515897"/>
                </a:lnTo>
                <a:lnTo>
                  <a:pt x="1356271" y="1483982"/>
                </a:lnTo>
                <a:close/>
              </a:path>
              <a:path w="2118360" h="1904365">
                <a:moveTo>
                  <a:pt x="1356271" y="1387271"/>
                </a:moveTo>
                <a:lnTo>
                  <a:pt x="1324356" y="1355356"/>
                </a:lnTo>
                <a:lnTo>
                  <a:pt x="1292440" y="1387271"/>
                </a:lnTo>
                <a:lnTo>
                  <a:pt x="1324356" y="1419186"/>
                </a:lnTo>
                <a:lnTo>
                  <a:pt x="1356271" y="1387271"/>
                </a:lnTo>
                <a:close/>
              </a:path>
              <a:path w="2118360" h="1904365">
                <a:moveTo>
                  <a:pt x="1356271" y="1290561"/>
                </a:moveTo>
                <a:lnTo>
                  <a:pt x="1324356" y="1258646"/>
                </a:lnTo>
                <a:lnTo>
                  <a:pt x="1292440" y="1290561"/>
                </a:lnTo>
                <a:lnTo>
                  <a:pt x="1324356" y="1322476"/>
                </a:lnTo>
                <a:lnTo>
                  <a:pt x="1356271" y="1290561"/>
                </a:lnTo>
                <a:close/>
              </a:path>
              <a:path w="2118360" h="1904365">
                <a:moveTo>
                  <a:pt x="1356271" y="1193850"/>
                </a:moveTo>
                <a:lnTo>
                  <a:pt x="1324356" y="1161948"/>
                </a:lnTo>
                <a:lnTo>
                  <a:pt x="1292440" y="1193850"/>
                </a:lnTo>
                <a:lnTo>
                  <a:pt x="1324356" y="1225765"/>
                </a:lnTo>
                <a:lnTo>
                  <a:pt x="1356271" y="1193850"/>
                </a:lnTo>
                <a:close/>
              </a:path>
              <a:path w="2118360" h="1904365">
                <a:moveTo>
                  <a:pt x="1356271" y="710323"/>
                </a:moveTo>
                <a:lnTo>
                  <a:pt x="1324356" y="678408"/>
                </a:lnTo>
                <a:lnTo>
                  <a:pt x="1296530" y="706221"/>
                </a:lnTo>
                <a:lnTo>
                  <a:pt x="1328458" y="738136"/>
                </a:lnTo>
                <a:lnTo>
                  <a:pt x="1356271" y="710323"/>
                </a:lnTo>
                <a:close/>
              </a:path>
              <a:path w="2118360" h="1904365">
                <a:moveTo>
                  <a:pt x="1356271" y="613613"/>
                </a:moveTo>
                <a:lnTo>
                  <a:pt x="1324356" y="581698"/>
                </a:lnTo>
                <a:lnTo>
                  <a:pt x="1292440" y="613613"/>
                </a:lnTo>
                <a:lnTo>
                  <a:pt x="1324356" y="645528"/>
                </a:lnTo>
                <a:lnTo>
                  <a:pt x="1356271" y="613613"/>
                </a:lnTo>
                <a:close/>
              </a:path>
              <a:path w="2118360" h="1904365">
                <a:moveTo>
                  <a:pt x="1356271" y="516902"/>
                </a:moveTo>
                <a:lnTo>
                  <a:pt x="1324356" y="484987"/>
                </a:lnTo>
                <a:lnTo>
                  <a:pt x="1292440" y="516902"/>
                </a:lnTo>
                <a:lnTo>
                  <a:pt x="1324356" y="548817"/>
                </a:lnTo>
                <a:lnTo>
                  <a:pt x="1356271" y="516902"/>
                </a:lnTo>
                <a:close/>
              </a:path>
              <a:path w="2118360" h="1904365">
                <a:moveTo>
                  <a:pt x="1356271" y="420192"/>
                </a:moveTo>
                <a:lnTo>
                  <a:pt x="1324356" y="388277"/>
                </a:lnTo>
                <a:lnTo>
                  <a:pt x="1292440" y="420192"/>
                </a:lnTo>
                <a:lnTo>
                  <a:pt x="1324356" y="452107"/>
                </a:lnTo>
                <a:lnTo>
                  <a:pt x="1356271" y="420192"/>
                </a:lnTo>
                <a:close/>
              </a:path>
              <a:path w="2118360" h="1904365">
                <a:moveTo>
                  <a:pt x="1356271" y="323494"/>
                </a:moveTo>
                <a:lnTo>
                  <a:pt x="1324356" y="291579"/>
                </a:lnTo>
                <a:lnTo>
                  <a:pt x="1292440" y="323494"/>
                </a:lnTo>
                <a:lnTo>
                  <a:pt x="1324356" y="355396"/>
                </a:lnTo>
                <a:lnTo>
                  <a:pt x="1356271" y="323494"/>
                </a:lnTo>
                <a:close/>
              </a:path>
              <a:path w="2118360" h="1904365">
                <a:moveTo>
                  <a:pt x="1356271" y="226783"/>
                </a:moveTo>
                <a:lnTo>
                  <a:pt x="1324356" y="194868"/>
                </a:lnTo>
                <a:lnTo>
                  <a:pt x="1292440" y="226783"/>
                </a:lnTo>
                <a:lnTo>
                  <a:pt x="1324356" y="258699"/>
                </a:lnTo>
                <a:lnTo>
                  <a:pt x="1356271" y="226783"/>
                </a:lnTo>
                <a:close/>
              </a:path>
              <a:path w="2118360" h="1904365">
                <a:moveTo>
                  <a:pt x="1356271" y="130073"/>
                </a:moveTo>
                <a:lnTo>
                  <a:pt x="1324356" y="98158"/>
                </a:lnTo>
                <a:lnTo>
                  <a:pt x="1292440" y="130073"/>
                </a:lnTo>
                <a:lnTo>
                  <a:pt x="1324356" y="161988"/>
                </a:lnTo>
                <a:lnTo>
                  <a:pt x="1356271" y="130073"/>
                </a:lnTo>
                <a:close/>
              </a:path>
              <a:path w="2118360" h="1904365">
                <a:moveTo>
                  <a:pt x="1451521" y="1677390"/>
                </a:moveTo>
                <a:lnTo>
                  <a:pt x="1421066" y="1646936"/>
                </a:lnTo>
                <a:lnTo>
                  <a:pt x="1390599" y="1677390"/>
                </a:lnTo>
                <a:lnTo>
                  <a:pt x="1421066" y="1707857"/>
                </a:lnTo>
                <a:lnTo>
                  <a:pt x="1451521" y="1677390"/>
                </a:lnTo>
                <a:close/>
              </a:path>
              <a:path w="2118360" h="1904365">
                <a:moveTo>
                  <a:pt x="1451521" y="1580692"/>
                </a:moveTo>
                <a:lnTo>
                  <a:pt x="1421066" y="1550225"/>
                </a:lnTo>
                <a:lnTo>
                  <a:pt x="1390599" y="1580692"/>
                </a:lnTo>
                <a:lnTo>
                  <a:pt x="1421066" y="1611147"/>
                </a:lnTo>
                <a:lnTo>
                  <a:pt x="1451521" y="1580692"/>
                </a:lnTo>
                <a:close/>
              </a:path>
              <a:path w="2118360" h="1904365">
                <a:moveTo>
                  <a:pt x="1451521" y="1483982"/>
                </a:moveTo>
                <a:lnTo>
                  <a:pt x="1421066" y="1453515"/>
                </a:lnTo>
                <a:lnTo>
                  <a:pt x="1390599" y="1483982"/>
                </a:lnTo>
                <a:lnTo>
                  <a:pt x="1421066" y="1514449"/>
                </a:lnTo>
                <a:lnTo>
                  <a:pt x="1451521" y="1483982"/>
                </a:lnTo>
                <a:close/>
              </a:path>
              <a:path w="2118360" h="1904365">
                <a:moveTo>
                  <a:pt x="1451521" y="1387271"/>
                </a:moveTo>
                <a:lnTo>
                  <a:pt x="1421066" y="1356804"/>
                </a:lnTo>
                <a:lnTo>
                  <a:pt x="1390599" y="1387271"/>
                </a:lnTo>
                <a:lnTo>
                  <a:pt x="1421066" y="1417739"/>
                </a:lnTo>
                <a:lnTo>
                  <a:pt x="1451521" y="1387271"/>
                </a:lnTo>
                <a:close/>
              </a:path>
              <a:path w="2118360" h="1904365">
                <a:moveTo>
                  <a:pt x="1451521" y="1290561"/>
                </a:moveTo>
                <a:lnTo>
                  <a:pt x="1421066" y="1260106"/>
                </a:lnTo>
                <a:lnTo>
                  <a:pt x="1390599" y="1290561"/>
                </a:lnTo>
                <a:lnTo>
                  <a:pt x="1421066" y="1321028"/>
                </a:lnTo>
                <a:lnTo>
                  <a:pt x="1451521" y="1290561"/>
                </a:lnTo>
                <a:close/>
              </a:path>
              <a:path w="2118360" h="1904365">
                <a:moveTo>
                  <a:pt x="1451521" y="1193850"/>
                </a:moveTo>
                <a:lnTo>
                  <a:pt x="1421066" y="1163396"/>
                </a:lnTo>
                <a:lnTo>
                  <a:pt x="1390599" y="1193850"/>
                </a:lnTo>
                <a:lnTo>
                  <a:pt x="1421066" y="1224318"/>
                </a:lnTo>
                <a:lnTo>
                  <a:pt x="1451521" y="1193850"/>
                </a:lnTo>
                <a:close/>
              </a:path>
              <a:path w="2118360" h="1904365">
                <a:moveTo>
                  <a:pt x="1451521" y="1097153"/>
                </a:moveTo>
                <a:lnTo>
                  <a:pt x="1421066" y="1066685"/>
                </a:lnTo>
                <a:lnTo>
                  <a:pt x="1390599" y="1097153"/>
                </a:lnTo>
                <a:lnTo>
                  <a:pt x="1421066" y="1127607"/>
                </a:lnTo>
                <a:lnTo>
                  <a:pt x="1451521" y="1097153"/>
                </a:lnTo>
                <a:close/>
              </a:path>
              <a:path w="2118360" h="1904365">
                <a:moveTo>
                  <a:pt x="1451521" y="807021"/>
                </a:moveTo>
                <a:lnTo>
                  <a:pt x="1421066" y="776566"/>
                </a:lnTo>
                <a:lnTo>
                  <a:pt x="1394002" y="803617"/>
                </a:lnTo>
                <a:lnTo>
                  <a:pt x="1424495" y="834059"/>
                </a:lnTo>
                <a:lnTo>
                  <a:pt x="1451521" y="807021"/>
                </a:lnTo>
                <a:close/>
              </a:path>
              <a:path w="2118360" h="1904365">
                <a:moveTo>
                  <a:pt x="1451521" y="710323"/>
                </a:moveTo>
                <a:lnTo>
                  <a:pt x="1421066" y="679856"/>
                </a:lnTo>
                <a:lnTo>
                  <a:pt x="1390599" y="710323"/>
                </a:lnTo>
                <a:lnTo>
                  <a:pt x="1421066" y="740778"/>
                </a:lnTo>
                <a:lnTo>
                  <a:pt x="1451521" y="710323"/>
                </a:lnTo>
                <a:close/>
              </a:path>
              <a:path w="2118360" h="1904365">
                <a:moveTo>
                  <a:pt x="1451521" y="613613"/>
                </a:moveTo>
                <a:lnTo>
                  <a:pt x="1421066" y="583145"/>
                </a:lnTo>
                <a:lnTo>
                  <a:pt x="1390599" y="613613"/>
                </a:lnTo>
                <a:lnTo>
                  <a:pt x="1421066" y="644080"/>
                </a:lnTo>
                <a:lnTo>
                  <a:pt x="1451521" y="613613"/>
                </a:lnTo>
                <a:close/>
              </a:path>
              <a:path w="2118360" h="1904365">
                <a:moveTo>
                  <a:pt x="1451521" y="516902"/>
                </a:moveTo>
                <a:lnTo>
                  <a:pt x="1421066" y="486435"/>
                </a:lnTo>
                <a:lnTo>
                  <a:pt x="1390599" y="516902"/>
                </a:lnTo>
                <a:lnTo>
                  <a:pt x="1421066" y="547370"/>
                </a:lnTo>
                <a:lnTo>
                  <a:pt x="1451521" y="516902"/>
                </a:lnTo>
                <a:close/>
              </a:path>
              <a:path w="2118360" h="1904365">
                <a:moveTo>
                  <a:pt x="1451521" y="420192"/>
                </a:moveTo>
                <a:lnTo>
                  <a:pt x="1421066" y="389737"/>
                </a:lnTo>
                <a:lnTo>
                  <a:pt x="1390599" y="420192"/>
                </a:lnTo>
                <a:lnTo>
                  <a:pt x="1421066" y="450659"/>
                </a:lnTo>
                <a:lnTo>
                  <a:pt x="1451521" y="420192"/>
                </a:lnTo>
                <a:close/>
              </a:path>
              <a:path w="2118360" h="1904365">
                <a:moveTo>
                  <a:pt x="1451521" y="323494"/>
                </a:moveTo>
                <a:lnTo>
                  <a:pt x="1421066" y="293027"/>
                </a:lnTo>
                <a:lnTo>
                  <a:pt x="1390599" y="323494"/>
                </a:lnTo>
                <a:lnTo>
                  <a:pt x="1421066" y="353949"/>
                </a:lnTo>
                <a:lnTo>
                  <a:pt x="1451521" y="323494"/>
                </a:lnTo>
                <a:close/>
              </a:path>
              <a:path w="2118360" h="1904365">
                <a:moveTo>
                  <a:pt x="1451521" y="226783"/>
                </a:moveTo>
                <a:lnTo>
                  <a:pt x="1421066" y="196316"/>
                </a:lnTo>
                <a:lnTo>
                  <a:pt x="1390599" y="226783"/>
                </a:lnTo>
                <a:lnTo>
                  <a:pt x="1421066" y="257238"/>
                </a:lnTo>
                <a:lnTo>
                  <a:pt x="1451521" y="226783"/>
                </a:lnTo>
                <a:close/>
              </a:path>
              <a:path w="2118360" h="1904365">
                <a:moveTo>
                  <a:pt x="1546783" y="1580692"/>
                </a:moveTo>
                <a:lnTo>
                  <a:pt x="1517764" y="1551673"/>
                </a:lnTo>
                <a:lnTo>
                  <a:pt x="1488757" y="1580692"/>
                </a:lnTo>
                <a:lnTo>
                  <a:pt x="1517764" y="1609699"/>
                </a:lnTo>
                <a:lnTo>
                  <a:pt x="1546783" y="1580692"/>
                </a:lnTo>
                <a:close/>
              </a:path>
              <a:path w="2118360" h="1904365">
                <a:moveTo>
                  <a:pt x="1546783" y="1483982"/>
                </a:moveTo>
                <a:lnTo>
                  <a:pt x="1517764" y="1454962"/>
                </a:lnTo>
                <a:lnTo>
                  <a:pt x="1488757" y="1483982"/>
                </a:lnTo>
                <a:lnTo>
                  <a:pt x="1517764" y="1512989"/>
                </a:lnTo>
                <a:lnTo>
                  <a:pt x="1546783" y="1483982"/>
                </a:lnTo>
                <a:close/>
              </a:path>
              <a:path w="2118360" h="1904365">
                <a:moveTo>
                  <a:pt x="1546783" y="1387271"/>
                </a:moveTo>
                <a:lnTo>
                  <a:pt x="1517764" y="1358265"/>
                </a:lnTo>
                <a:lnTo>
                  <a:pt x="1488757" y="1387271"/>
                </a:lnTo>
                <a:lnTo>
                  <a:pt x="1517764" y="1416291"/>
                </a:lnTo>
                <a:lnTo>
                  <a:pt x="1546783" y="1387271"/>
                </a:lnTo>
                <a:close/>
              </a:path>
              <a:path w="2118360" h="1904365">
                <a:moveTo>
                  <a:pt x="1546783" y="1290561"/>
                </a:moveTo>
                <a:lnTo>
                  <a:pt x="1517764" y="1261554"/>
                </a:lnTo>
                <a:lnTo>
                  <a:pt x="1488757" y="1290561"/>
                </a:lnTo>
                <a:lnTo>
                  <a:pt x="1517764" y="1319580"/>
                </a:lnTo>
                <a:lnTo>
                  <a:pt x="1546783" y="1290561"/>
                </a:lnTo>
                <a:close/>
              </a:path>
              <a:path w="2118360" h="1904365">
                <a:moveTo>
                  <a:pt x="1546783" y="1193850"/>
                </a:moveTo>
                <a:lnTo>
                  <a:pt x="1517764" y="1164844"/>
                </a:lnTo>
                <a:lnTo>
                  <a:pt x="1488757" y="1193850"/>
                </a:lnTo>
                <a:lnTo>
                  <a:pt x="1517764" y="1222870"/>
                </a:lnTo>
                <a:lnTo>
                  <a:pt x="1546783" y="1193850"/>
                </a:lnTo>
                <a:close/>
              </a:path>
              <a:path w="2118360" h="1904365">
                <a:moveTo>
                  <a:pt x="1546783" y="1097153"/>
                </a:moveTo>
                <a:lnTo>
                  <a:pt x="1517764" y="1068133"/>
                </a:lnTo>
                <a:lnTo>
                  <a:pt x="1488757" y="1097153"/>
                </a:lnTo>
                <a:lnTo>
                  <a:pt x="1517764" y="1126159"/>
                </a:lnTo>
                <a:lnTo>
                  <a:pt x="1546783" y="1097153"/>
                </a:lnTo>
                <a:close/>
              </a:path>
              <a:path w="2118360" h="1904365">
                <a:moveTo>
                  <a:pt x="1546783" y="1000442"/>
                </a:moveTo>
                <a:lnTo>
                  <a:pt x="1517764" y="971435"/>
                </a:lnTo>
                <a:lnTo>
                  <a:pt x="1488757" y="1000442"/>
                </a:lnTo>
                <a:lnTo>
                  <a:pt x="1517764" y="1029449"/>
                </a:lnTo>
                <a:lnTo>
                  <a:pt x="1546783" y="1000442"/>
                </a:lnTo>
                <a:close/>
              </a:path>
              <a:path w="2118360" h="1904365">
                <a:moveTo>
                  <a:pt x="1546783" y="903732"/>
                </a:moveTo>
                <a:lnTo>
                  <a:pt x="1517764" y="874725"/>
                </a:lnTo>
                <a:lnTo>
                  <a:pt x="1491513" y="900976"/>
                </a:lnTo>
                <a:lnTo>
                  <a:pt x="1520545" y="929970"/>
                </a:lnTo>
                <a:lnTo>
                  <a:pt x="1546783" y="903732"/>
                </a:lnTo>
                <a:close/>
              </a:path>
              <a:path w="2118360" h="1904365">
                <a:moveTo>
                  <a:pt x="1546783" y="807021"/>
                </a:moveTo>
                <a:lnTo>
                  <a:pt x="1517764" y="778014"/>
                </a:lnTo>
                <a:lnTo>
                  <a:pt x="1488757" y="807021"/>
                </a:lnTo>
                <a:lnTo>
                  <a:pt x="1517764" y="836041"/>
                </a:lnTo>
                <a:lnTo>
                  <a:pt x="1546783" y="807021"/>
                </a:lnTo>
                <a:close/>
              </a:path>
              <a:path w="2118360" h="1904365">
                <a:moveTo>
                  <a:pt x="1546783" y="710323"/>
                </a:moveTo>
                <a:lnTo>
                  <a:pt x="1517764" y="681304"/>
                </a:lnTo>
                <a:lnTo>
                  <a:pt x="1488757" y="710323"/>
                </a:lnTo>
                <a:lnTo>
                  <a:pt x="1517764" y="739330"/>
                </a:lnTo>
                <a:lnTo>
                  <a:pt x="1546783" y="710323"/>
                </a:lnTo>
                <a:close/>
              </a:path>
              <a:path w="2118360" h="1904365">
                <a:moveTo>
                  <a:pt x="1546783" y="613613"/>
                </a:moveTo>
                <a:lnTo>
                  <a:pt x="1517764" y="584593"/>
                </a:lnTo>
                <a:lnTo>
                  <a:pt x="1488757" y="613613"/>
                </a:lnTo>
                <a:lnTo>
                  <a:pt x="1517764" y="642620"/>
                </a:lnTo>
                <a:lnTo>
                  <a:pt x="1546783" y="613613"/>
                </a:lnTo>
                <a:close/>
              </a:path>
              <a:path w="2118360" h="1904365">
                <a:moveTo>
                  <a:pt x="1546783" y="516902"/>
                </a:moveTo>
                <a:lnTo>
                  <a:pt x="1517764" y="487895"/>
                </a:lnTo>
                <a:lnTo>
                  <a:pt x="1488757" y="516902"/>
                </a:lnTo>
                <a:lnTo>
                  <a:pt x="1517764" y="545909"/>
                </a:lnTo>
                <a:lnTo>
                  <a:pt x="1546783" y="516902"/>
                </a:lnTo>
                <a:close/>
              </a:path>
              <a:path w="2118360" h="1904365">
                <a:moveTo>
                  <a:pt x="1546783" y="420192"/>
                </a:moveTo>
                <a:lnTo>
                  <a:pt x="1517764" y="391185"/>
                </a:lnTo>
                <a:lnTo>
                  <a:pt x="1488757" y="420192"/>
                </a:lnTo>
                <a:lnTo>
                  <a:pt x="1517764" y="449211"/>
                </a:lnTo>
                <a:lnTo>
                  <a:pt x="1546783" y="420192"/>
                </a:lnTo>
                <a:close/>
              </a:path>
              <a:path w="2118360" h="1904365">
                <a:moveTo>
                  <a:pt x="1546783" y="323494"/>
                </a:moveTo>
                <a:lnTo>
                  <a:pt x="1517764" y="294474"/>
                </a:lnTo>
                <a:lnTo>
                  <a:pt x="1488757" y="323494"/>
                </a:lnTo>
                <a:lnTo>
                  <a:pt x="1517764" y="352501"/>
                </a:lnTo>
                <a:lnTo>
                  <a:pt x="1546783" y="323494"/>
                </a:lnTo>
                <a:close/>
              </a:path>
              <a:path w="2118360" h="1904365">
                <a:moveTo>
                  <a:pt x="1642033" y="1483982"/>
                </a:moveTo>
                <a:lnTo>
                  <a:pt x="1614474" y="1456423"/>
                </a:lnTo>
                <a:lnTo>
                  <a:pt x="1586915" y="1483982"/>
                </a:lnTo>
                <a:lnTo>
                  <a:pt x="1614474" y="1511541"/>
                </a:lnTo>
                <a:lnTo>
                  <a:pt x="1642033" y="1483982"/>
                </a:lnTo>
                <a:close/>
              </a:path>
              <a:path w="2118360" h="1904365">
                <a:moveTo>
                  <a:pt x="1642033" y="1387271"/>
                </a:moveTo>
                <a:lnTo>
                  <a:pt x="1614474" y="1359712"/>
                </a:lnTo>
                <a:lnTo>
                  <a:pt x="1586915" y="1387271"/>
                </a:lnTo>
                <a:lnTo>
                  <a:pt x="1614474" y="1414830"/>
                </a:lnTo>
                <a:lnTo>
                  <a:pt x="1642033" y="1387271"/>
                </a:lnTo>
                <a:close/>
              </a:path>
              <a:path w="2118360" h="1904365">
                <a:moveTo>
                  <a:pt x="1642033" y="1290561"/>
                </a:moveTo>
                <a:lnTo>
                  <a:pt x="1614474" y="1263002"/>
                </a:lnTo>
                <a:lnTo>
                  <a:pt x="1586915" y="1290561"/>
                </a:lnTo>
                <a:lnTo>
                  <a:pt x="1614474" y="1318133"/>
                </a:lnTo>
                <a:lnTo>
                  <a:pt x="1642033" y="1290561"/>
                </a:lnTo>
                <a:close/>
              </a:path>
              <a:path w="2118360" h="1904365">
                <a:moveTo>
                  <a:pt x="1642033" y="1193850"/>
                </a:moveTo>
                <a:lnTo>
                  <a:pt x="1614474" y="1166291"/>
                </a:lnTo>
                <a:lnTo>
                  <a:pt x="1586915" y="1193850"/>
                </a:lnTo>
                <a:lnTo>
                  <a:pt x="1614474" y="1221422"/>
                </a:lnTo>
                <a:lnTo>
                  <a:pt x="1642033" y="1193850"/>
                </a:lnTo>
                <a:close/>
              </a:path>
              <a:path w="2118360" h="1904365">
                <a:moveTo>
                  <a:pt x="1642033" y="1097153"/>
                </a:moveTo>
                <a:lnTo>
                  <a:pt x="1614474" y="1069594"/>
                </a:lnTo>
                <a:lnTo>
                  <a:pt x="1586915" y="1097153"/>
                </a:lnTo>
                <a:lnTo>
                  <a:pt x="1614474" y="1124712"/>
                </a:lnTo>
                <a:lnTo>
                  <a:pt x="1642033" y="1097153"/>
                </a:lnTo>
                <a:close/>
              </a:path>
              <a:path w="2118360" h="1904365">
                <a:moveTo>
                  <a:pt x="1642033" y="1000442"/>
                </a:moveTo>
                <a:lnTo>
                  <a:pt x="1614474" y="972883"/>
                </a:lnTo>
                <a:lnTo>
                  <a:pt x="1586915" y="1000442"/>
                </a:lnTo>
                <a:lnTo>
                  <a:pt x="1614474" y="1028001"/>
                </a:lnTo>
                <a:lnTo>
                  <a:pt x="1642033" y="1000442"/>
                </a:lnTo>
                <a:close/>
              </a:path>
              <a:path w="2118360" h="1904365">
                <a:moveTo>
                  <a:pt x="1642033" y="903732"/>
                </a:moveTo>
                <a:lnTo>
                  <a:pt x="1614474" y="876173"/>
                </a:lnTo>
                <a:lnTo>
                  <a:pt x="1586915" y="903732"/>
                </a:lnTo>
                <a:lnTo>
                  <a:pt x="1614474" y="931291"/>
                </a:lnTo>
                <a:lnTo>
                  <a:pt x="1642033" y="903732"/>
                </a:lnTo>
                <a:close/>
              </a:path>
              <a:path w="2118360" h="1904365">
                <a:moveTo>
                  <a:pt x="1642033" y="807021"/>
                </a:moveTo>
                <a:lnTo>
                  <a:pt x="1614474" y="779462"/>
                </a:lnTo>
                <a:lnTo>
                  <a:pt x="1586915" y="807021"/>
                </a:lnTo>
                <a:lnTo>
                  <a:pt x="1614474" y="834593"/>
                </a:lnTo>
                <a:lnTo>
                  <a:pt x="1642033" y="807021"/>
                </a:lnTo>
                <a:close/>
              </a:path>
              <a:path w="2118360" h="1904365">
                <a:moveTo>
                  <a:pt x="1642033" y="710323"/>
                </a:moveTo>
                <a:lnTo>
                  <a:pt x="1614474" y="682752"/>
                </a:lnTo>
                <a:lnTo>
                  <a:pt x="1586915" y="710323"/>
                </a:lnTo>
                <a:lnTo>
                  <a:pt x="1614474" y="737882"/>
                </a:lnTo>
                <a:lnTo>
                  <a:pt x="1642033" y="710323"/>
                </a:lnTo>
                <a:close/>
              </a:path>
              <a:path w="2118360" h="1904365">
                <a:moveTo>
                  <a:pt x="1642033" y="613613"/>
                </a:moveTo>
                <a:lnTo>
                  <a:pt x="1614474" y="586054"/>
                </a:lnTo>
                <a:lnTo>
                  <a:pt x="1586915" y="613613"/>
                </a:lnTo>
                <a:lnTo>
                  <a:pt x="1614474" y="641172"/>
                </a:lnTo>
                <a:lnTo>
                  <a:pt x="1642033" y="613613"/>
                </a:lnTo>
                <a:close/>
              </a:path>
              <a:path w="2118360" h="1904365">
                <a:moveTo>
                  <a:pt x="1642033" y="516902"/>
                </a:moveTo>
                <a:lnTo>
                  <a:pt x="1614474" y="489343"/>
                </a:lnTo>
                <a:lnTo>
                  <a:pt x="1586915" y="516902"/>
                </a:lnTo>
                <a:lnTo>
                  <a:pt x="1614474" y="544461"/>
                </a:lnTo>
                <a:lnTo>
                  <a:pt x="1642033" y="516902"/>
                </a:lnTo>
                <a:close/>
              </a:path>
              <a:path w="2118360" h="1904365">
                <a:moveTo>
                  <a:pt x="1642033" y="420192"/>
                </a:moveTo>
                <a:lnTo>
                  <a:pt x="1614474" y="392633"/>
                </a:lnTo>
                <a:lnTo>
                  <a:pt x="1586915" y="420192"/>
                </a:lnTo>
                <a:lnTo>
                  <a:pt x="1614474" y="447751"/>
                </a:lnTo>
                <a:lnTo>
                  <a:pt x="1642033" y="420192"/>
                </a:lnTo>
                <a:close/>
              </a:path>
              <a:path w="2118360" h="1904365">
                <a:moveTo>
                  <a:pt x="1737296" y="1387271"/>
                </a:moveTo>
                <a:lnTo>
                  <a:pt x="1711185" y="1361160"/>
                </a:lnTo>
                <a:lnTo>
                  <a:pt x="1685074" y="1387271"/>
                </a:lnTo>
                <a:lnTo>
                  <a:pt x="1711185" y="1413383"/>
                </a:lnTo>
                <a:lnTo>
                  <a:pt x="1737296" y="1387271"/>
                </a:lnTo>
                <a:close/>
              </a:path>
              <a:path w="2118360" h="1904365">
                <a:moveTo>
                  <a:pt x="1737296" y="1290561"/>
                </a:moveTo>
                <a:lnTo>
                  <a:pt x="1711185" y="1264450"/>
                </a:lnTo>
                <a:lnTo>
                  <a:pt x="1685074" y="1290561"/>
                </a:lnTo>
                <a:lnTo>
                  <a:pt x="1711185" y="1316672"/>
                </a:lnTo>
                <a:lnTo>
                  <a:pt x="1737296" y="1290561"/>
                </a:lnTo>
                <a:close/>
              </a:path>
              <a:path w="2118360" h="1904365">
                <a:moveTo>
                  <a:pt x="1737296" y="1193850"/>
                </a:moveTo>
                <a:lnTo>
                  <a:pt x="1711185" y="1167752"/>
                </a:lnTo>
                <a:lnTo>
                  <a:pt x="1685074" y="1193850"/>
                </a:lnTo>
                <a:lnTo>
                  <a:pt x="1711185" y="1219974"/>
                </a:lnTo>
                <a:lnTo>
                  <a:pt x="1737296" y="1193850"/>
                </a:lnTo>
                <a:close/>
              </a:path>
              <a:path w="2118360" h="1904365">
                <a:moveTo>
                  <a:pt x="1737296" y="1097153"/>
                </a:moveTo>
                <a:lnTo>
                  <a:pt x="1711185" y="1071041"/>
                </a:lnTo>
                <a:lnTo>
                  <a:pt x="1685074" y="1097153"/>
                </a:lnTo>
                <a:lnTo>
                  <a:pt x="1711185" y="1123264"/>
                </a:lnTo>
                <a:lnTo>
                  <a:pt x="1737296" y="1097153"/>
                </a:lnTo>
                <a:close/>
              </a:path>
              <a:path w="2118360" h="1904365">
                <a:moveTo>
                  <a:pt x="1737296" y="1000442"/>
                </a:moveTo>
                <a:lnTo>
                  <a:pt x="1711185" y="974331"/>
                </a:lnTo>
                <a:lnTo>
                  <a:pt x="1685074" y="1000442"/>
                </a:lnTo>
                <a:lnTo>
                  <a:pt x="1711185" y="1026553"/>
                </a:lnTo>
                <a:lnTo>
                  <a:pt x="1737296" y="1000442"/>
                </a:lnTo>
                <a:close/>
              </a:path>
              <a:path w="2118360" h="1904365">
                <a:moveTo>
                  <a:pt x="1737296" y="903732"/>
                </a:moveTo>
                <a:lnTo>
                  <a:pt x="1711185" y="877620"/>
                </a:lnTo>
                <a:lnTo>
                  <a:pt x="1685074" y="903732"/>
                </a:lnTo>
                <a:lnTo>
                  <a:pt x="1711185" y="929843"/>
                </a:lnTo>
                <a:lnTo>
                  <a:pt x="1737296" y="903732"/>
                </a:lnTo>
                <a:close/>
              </a:path>
              <a:path w="2118360" h="1904365">
                <a:moveTo>
                  <a:pt x="1737296" y="807021"/>
                </a:moveTo>
                <a:lnTo>
                  <a:pt x="1711185" y="780910"/>
                </a:lnTo>
                <a:lnTo>
                  <a:pt x="1685074" y="807021"/>
                </a:lnTo>
                <a:lnTo>
                  <a:pt x="1711185" y="833132"/>
                </a:lnTo>
                <a:lnTo>
                  <a:pt x="1737296" y="807021"/>
                </a:lnTo>
                <a:close/>
              </a:path>
              <a:path w="2118360" h="1904365">
                <a:moveTo>
                  <a:pt x="1737296" y="710323"/>
                </a:moveTo>
                <a:lnTo>
                  <a:pt x="1711185" y="684212"/>
                </a:lnTo>
                <a:lnTo>
                  <a:pt x="1685074" y="710323"/>
                </a:lnTo>
                <a:lnTo>
                  <a:pt x="1711185" y="736434"/>
                </a:lnTo>
                <a:lnTo>
                  <a:pt x="1737296" y="710323"/>
                </a:lnTo>
                <a:close/>
              </a:path>
              <a:path w="2118360" h="1904365">
                <a:moveTo>
                  <a:pt x="1737296" y="613613"/>
                </a:moveTo>
                <a:lnTo>
                  <a:pt x="1711185" y="587502"/>
                </a:lnTo>
                <a:lnTo>
                  <a:pt x="1685074" y="613613"/>
                </a:lnTo>
                <a:lnTo>
                  <a:pt x="1711185" y="639724"/>
                </a:lnTo>
                <a:lnTo>
                  <a:pt x="1737296" y="613613"/>
                </a:lnTo>
                <a:close/>
              </a:path>
              <a:path w="2118360" h="1904365">
                <a:moveTo>
                  <a:pt x="1737296" y="516902"/>
                </a:moveTo>
                <a:lnTo>
                  <a:pt x="1711185" y="490791"/>
                </a:lnTo>
                <a:lnTo>
                  <a:pt x="1685074" y="516902"/>
                </a:lnTo>
                <a:lnTo>
                  <a:pt x="1711185" y="543013"/>
                </a:lnTo>
                <a:lnTo>
                  <a:pt x="1737296" y="516902"/>
                </a:lnTo>
                <a:close/>
              </a:path>
              <a:path w="2118360" h="1904365">
                <a:moveTo>
                  <a:pt x="1832546" y="1290561"/>
                </a:moveTo>
                <a:lnTo>
                  <a:pt x="1807895" y="1265910"/>
                </a:lnTo>
                <a:lnTo>
                  <a:pt x="1783232" y="1290561"/>
                </a:lnTo>
                <a:lnTo>
                  <a:pt x="1807895" y="1315224"/>
                </a:lnTo>
                <a:lnTo>
                  <a:pt x="1832546" y="1290561"/>
                </a:lnTo>
                <a:close/>
              </a:path>
              <a:path w="2118360" h="1904365">
                <a:moveTo>
                  <a:pt x="1832546" y="1193850"/>
                </a:moveTo>
                <a:lnTo>
                  <a:pt x="1807895" y="1169200"/>
                </a:lnTo>
                <a:lnTo>
                  <a:pt x="1783232" y="1193850"/>
                </a:lnTo>
                <a:lnTo>
                  <a:pt x="1807895" y="1218514"/>
                </a:lnTo>
                <a:lnTo>
                  <a:pt x="1832546" y="1193850"/>
                </a:lnTo>
                <a:close/>
              </a:path>
              <a:path w="2118360" h="1904365">
                <a:moveTo>
                  <a:pt x="1832546" y="1097153"/>
                </a:moveTo>
                <a:lnTo>
                  <a:pt x="1807895" y="1072489"/>
                </a:lnTo>
                <a:lnTo>
                  <a:pt x="1783232" y="1097153"/>
                </a:lnTo>
                <a:lnTo>
                  <a:pt x="1807895" y="1121816"/>
                </a:lnTo>
                <a:lnTo>
                  <a:pt x="1832546" y="1097153"/>
                </a:lnTo>
                <a:close/>
              </a:path>
              <a:path w="2118360" h="1904365">
                <a:moveTo>
                  <a:pt x="1832546" y="1000442"/>
                </a:moveTo>
                <a:lnTo>
                  <a:pt x="1807895" y="975779"/>
                </a:lnTo>
                <a:lnTo>
                  <a:pt x="1783232" y="1000442"/>
                </a:lnTo>
                <a:lnTo>
                  <a:pt x="1807895" y="1025105"/>
                </a:lnTo>
                <a:lnTo>
                  <a:pt x="1832546" y="1000442"/>
                </a:lnTo>
                <a:close/>
              </a:path>
              <a:path w="2118360" h="1904365">
                <a:moveTo>
                  <a:pt x="1832546" y="903732"/>
                </a:moveTo>
                <a:lnTo>
                  <a:pt x="1807895" y="879068"/>
                </a:lnTo>
                <a:lnTo>
                  <a:pt x="1783232" y="903732"/>
                </a:lnTo>
                <a:lnTo>
                  <a:pt x="1807895" y="928395"/>
                </a:lnTo>
                <a:lnTo>
                  <a:pt x="1832546" y="903732"/>
                </a:lnTo>
                <a:close/>
              </a:path>
              <a:path w="2118360" h="1904365">
                <a:moveTo>
                  <a:pt x="1832546" y="807021"/>
                </a:moveTo>
                <a:lnTo>
                  <a:pt x="1807895" y="782370"/>
                </a:lnTo>
                <a:lnTo>
                  <a:pt x="1783232" y="807021"/>
                </a:lnTo>
                <a:lnTo>
                  <a:pt x="1807895" y="831684"/>
                </a:lnTo>
                <a:lnTo>
                  <a:pt x="1832546" y="807021"/>
                </a:lnTo>
                <a:close/>
              </a:path>
              <a:path w="2118360" h="1904365">
                <a:moveTo>
                  <a:pt x="1832546" y="710323"/>
                </a:moveTo>
                <a:lnTo>
                  <a:pt x="1807895" y="685660"/>
                </a:lnTo>
                <a:lnTo>
                  <a:pt x="1783232" y="710323"/>
                </a:lnTo>
                <a:lnTo>
                  <a:pt x="1807895" y="734974"/>
                </a:lnTo>
                <a:lnTo>
                  <a:pt x="1832546" y="710323"/>
                </a:lnTo>
                <a:close/>
              </a:path>
              <a:path w="2118360" h="1904365">
                <a:moveTo>
                  <a:pt x="1832546" y="613613"/>
                </a:moveTo>
                <a:lnTo>
                  <a:pt x="1807895" y="588949"/>
                </a:lnTo>
                <a:lnTo>
                  <a:pt x="1783232" y="613613"/>
                </a:lnTo>
                <a:lnTo>
                  <a:pt x="1807895" y="638276"/>
                </a:lnTo>
                <a:lnTo>
                  <a:pt x="1832546" y="613613"/>
                </a:lnTo>
                <a:close/>
              </a:path>
              <a:path w="2118360" h="1904365">
                <a:moveTo>
                  <a:pt x="1927809" y="1193850"/>
                </a:moveTo>
                <a:lnTo>
                  <a:pt x="1904593" y="1170647"/>
                </a:lnTo>
                <a:lnTo>
                  <a:pt x="1881390" y="1193850"/>
                </a:lnTo>
                <a:lnTo>
                  <a:pt x="1904593" y="1217066"/>
                </a:lnTo>
                <a:lnTo>
                  <a:pt x="1927809" y="1193850"/>
                </a:lnTo>
                <a:close/>
              </a:path>
              <a:path w="2118360" h="1904365">
                <a:moveTo>
                  <a:pt x="1927809" y="1097153"/>
                </a:moveTo>
                <a:lnTo>
                  <a:pt x="1904593" y="1073937"/>
                </a:lnTo>
                <a:lnTo>
                  <a:pt x="1881390" y="1097153"/>
                </a:lnTo>
                <a:lnTo>
                  <a:pt x="1904593" y="1120355"/>
                </a:lnTo>
                <a:lnTo>
                  <a:pt x="1927809" y="1097153"/>
                </a:lnTo>
                <a:close/>
              </a:path>
              <a:path w="2118360" h="1904365">
                <a:moveTo>
                  <a:pt x="1927809" y="1000442"/>
                </a:moveTo>
                <a:lnTo>
                  <a:pt x="1904593" y="977226"/>
                </a:lnTo>
                <a:lnTo>
                  <a:pt x="1881390" y="1000442"/>
                </a:lnTo>
                <a:lnTo>
                  <a:pt x="1904593" y="1023658"/>
                </a:lnTo>
                <a:lnTo>
                  <a:pt x="1927809" y="1000442"/>
                </a:lnTo>
                <a:close/>
              </a:path>
              <a:path w="2118360" h="1904365">
                <a:moveTo>
                  <a:pt x="1927809" y="903732"/>
                </a:moveTo>
                <a:lnTo>
                  <a:pt x="1904593" y="880529"/>
                </a:lnTo>
                <a:lnTo>
                  <a:pt x="1881390" y="903732"/>
                </a:lnTo>
                <a:lnTo>
                  <a:pt x="1904593" y="926947"/>
                </a:lnTo>
                <a:lnTo>
                  <a:pt x="1927809" y="903732"/>
                </a:lnTo>
                <a:close/>
              </a:path>
              <a:path w="2118360" h="1904365">
                <a:moveTo>
                  <a:pt x="1927809" y="807021"/>
                </a:moveTo>
                <a:lnTo>
                  <a:pt x="1904593" y="783818"/>
                </a:lnTo>
                <a:lnTo>
                  <a:pt x="1881390" y="807021"/>
                </a:lnTo>
                <a:lnTo>
                  <a:pt x="1904593" y="830237"/>
                </a:lnTo>
                <a:lnTo>
                  <a:pt x="1927809" y="807021"/>
                </a:lnTo>
                <a:close/>
              </a:path>
              <a:path w="2118360" h="1904365">
                <a:moveTo>
                  <a:pt x="1927809" y="710323"/>
                </a:moveTo>
                <a:lnTo>
                  <a:pt x="1904593" y="687108"/>
                </a:lnTo>
                <a:lnTo>
                  <a:pt x="1881390" y="710323"/>
                </a:lnTo>
                <a:lnTo>
                  <a:pt x="1904593" y="733526"/>
                </a:lnTo>
                <a:lnTo>
                  <a:pt x="1927809" y="710323"/>
                </a:lnTo>
                <a:close/>
              </a:path>
              <a:path w="2118360" h="1904365">
                <a:moveTo>
                  <a:pt x="2023071" y="1097153"/>
                </a:moveTo>
                <a:lnTo>
                  <a:pt x="2001304" y="1075385"/>
                </a:lnTo>
                <a:lnTo>
                  <a:pt x="1979549" y="1097153"/>
                </a:lnTo>
                <a:lnTo>
                  <a:pt x="2001304" y="1118908"/>
                </a:lnTo>
                <a:lnTo>
                  <a:pt x="2023071" y="1097153"/>
                </a:lnTo>
                <a:close/>
              </a:path>
              <a:path w="2118360" h="1904365">
                <a:moveTo>
                  <a:pt x="2023071" y="1000442"/>
                </a:moveTo>
                <a:lnTo>
                  <a:pt x="2001304" y="978687"/>
                </a:lnTo>
                <a:lnTo>
                  <a:pt x="1979549" y="1000442"/>
                </a:lnTo>
                <a:lnTo>
                  <a:pt x="2001304" y="1022197"/>
                </a:lnTo>
                <a:lnTo>
                  <a:pt x="2023071" y="1000442"/>
                </a:lnTo>
                <a:close/>
              </a:path>
              <a:path w="2118360" h="1904365">
                <a:moveTo>
                  <a:pt x="2023071" y="903732"/>
                </a:moveTo>
                <a:lnTo>
                  <a:pt x="2001304" y="881976"/>
                </a:lnTo>
                <a:lnTo>
                  <a:pt x="1979549" y="903732"/>
                </a:lnTo>
                <a:lnTo>
                  <a:pt x="2001304" y="925499"/>
                </a:lnTo>
                <a:lnTo>
                  <a:pt x="2023071" y="903732"/>
                </a:lnTo>
                <a:close/>
              </a:path>
              <a:path w="2118360" h="1904365">
                <a:moveTo>
                  <a:pt x="2023071" y="807021"/>
                </a:moveTo>
                <a:lnTo>
                  <a:pt x="2001304" y="785266"/>
                </a:lnTo>
                <a:lnTo>
                  <a:pt x="1979549" y="807021"/>
                </a:lnTo>
                <a:lnTo>
                  <a:pt x="2001304" y="828789"/>
                </a:lnTo>
                <a:lnTo>
                  <a:pt x="2023071" y="807021"/>
                </a:lnTo>
                <a:close/>
              </a:path>
              <a:path w="2118360" h="1904365">
                <a:moveTo>
                  <a:pt x="2118322" y="1000442"/>
                </a:moveTo>
                <a:lnTo>
                  <a:pt x="2098014" y="980135"/>
                </a:lnTo>
                <a:lnTo>
                  <a:pt x="2077707" y="1000442"/>
                </a:lnTo>
                <a:lnTo>
                  <a:pt x="2098014" y="1020749"/>
                </a:lnTo>
                <a:lnTo>
                  <a:pt x="2118322" y="1000442"/>
                </a:lnTo>
                <a:close/>
              </a:path>
              <a:path w="2118360" h="1904365">
                <a:moveTo>
                  <a:pt x="2118322" y="903732"/>
                </a:moveTo>
                <a:lnTo>
                  <a:pt x="2098014" y="883424"/>
                </a:lnTo>
                <a:lnTo>
                  <a:pt x="2077707" y="903732"/>
                </a:lnTo>
                <a:lnTo>
                  <a:pt x="2098014" y="924039"/>
                </a:lnTo>
                <a:lnTo>
                  <a:pt x="2118322" y="903732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90052" y="51830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545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47219" y="5579089"/>
            <a:ext cx="628650" cy="984250"/>
          </a:xfrm>
          <a:custGeom>
            <a:avLst/>
            <a:gdLst/>
            <a:ahLst/>
            <a:cxnLst/>
            <a:rect l="l" t="t" r="r" b="b"/>
            <a:pathLst>
              <a:path w="628650" h="984250">
                <a:moveTo>
                  <a:pt x="118487" y="85192"/>
                </a:moveTo>
                <a:lnTo>
                  <a:pt x="100499" y="67204"/>
                </a:lnTo>
                <a:lnTo>
                  <a:pt x="118487" y="49216"/>
                </a:lnTo>
                <a:lnTo>
                  <a:pt x="136474" y="67204"/>
                </a:lnTo>
                <a:lnTo>
                  <a:pt x="118487" y="85192"/>
                </a:lnTo>
                <a:close/>
              </a:path>
              <a:path w="628650" h="984250">
                <a:moveTo>
                  <a:pt x="118487" y="185124"/>
                </a:moveTo>
                <a:lnTo>
                  <a:pt x="100499" y="167136"/>
                </a:lnTo>
                <a:lnTo>
                  <a:pt x="118487" y="149148"/>
                </a:lnTo>
                <a:lnTo>
                  <a:pt x="136474" y="167136"/>
                </a:lnTo>
                <a:lnTo>
                  <a:pt x="118487" y="185124"/>
                </a:lnTo>
                <a:close/>
              </a:path>
              <a:path w="628650" h="984250">
                <a:moveTo>
                  <a:pt x="118487" y="135158"/>
                </a:moveTo>
                <a:lnTo>
                  <a:pt x="100499" y="117169"/>
                </a:lnTo>
                <a:lnTo>
                  <a:pt x="118487" y="99183"/>
                </a:lnTo>
                <a:lnTo>
                  <a:pt x="136474" y="117169"/>
                </a:lnTo>
                <a:lnTo>
                  <a:pt x="118487" y="135158"/>
                </a:lnTo>
                <a:close/>
              </a:path>
              <a:path w="628650" h="984250">
                <a:moveTo>
                  <a:pt x="170929" y="331796"/>
                </a:moveTo>
                <a:lnTo>
                  <a:pt x="153686" y="314562"/>
                </a:lnTo>
                <a:lnTo>
                  <a:pt x="168453" y="299796"/>
                </a:lnTo>
                <a:lnTo>
                  <a:pt x="185691" y="317034"/>
                </a:lnTo>
                <a:lnTo>
                  <a:pt x="170929" y="331796"/>
                </a:lnTo>
                <a:close/>
              </a:path>
              <a:path w="628650" h="984250">
                <a:moveTo>
                  <a:pt x="168453" y="284306"/>
                </a:moveTo>
                <a:lnTo>
                  <a:pt x="151214" y="267068"/>
                </a:lnTo>
                <a:lnTo>
                  <a:pt x="168453" y="249830"/>
                </a:lnTo>
                <a:lnTo>
                  <a:pt x="185691" y="267068"/>
                </a:lnTo>
                <a:lnTo>
                  <a:pt x="168453" y="284306"/>
                </a:lnTo>
                <a:close/>
              </a:path>
              <a:path w="628650" h="984250">
                <a:moveTo>
                  <a:pt x="118487" y="235090"/>
                </a:moveTo>
                <a:lnTo>
                  <a:pt x="100499" y="217102"/>
                </a:lnTo>
                <a:lnTo>
                  <a:pt x="118487" y="199114"/>
                </a:lnTo>
                <a:lnTo>
                  <a:pt x="136474" y="217102"/>
                </a:lnTo>
                <a:lnTo>
                  <a:pt x="118487" y="235090"/>
                </a:lnTo>
                <a:close/>
              </a:path>
              <a:path w="628650" h="984250">
                <a:moveTo>
                  <a:pt x="68520" y="185874"/>
                </a:moveTo>
                <a:lnTo>
                  <a:pt x="49783" y="167136"/>
                </a:lnTo>
                <a:lnTo>
                  <a:pt x="68520" y="148399"/>
                </a:lnTo>
                <a:lnTo>
                  <a:pt x="87258" y="167136"/>
                </a:lnTo>
                <a:lnTo>
                  <a:pt x="68520" y="185874"/>
                </a:lnTo>
                <a:close/>
              </a:path>
              <a:path w="628650" h="984250">
                <a:moveTo>
                  <a:pt x="121329" y="282214"/>
                </a:moveTo>
                <a:lnTo>
                  <a:pt x="103338" y="264229"/>
                </a:lnTo>
                <a:lnTo>
                  <a:pt x="118487" y="249080"/>
                </a:lnTo>
                <a:lnTo>
                  <a:pt x="136474" y="267068"/>
                </a:lnTo>
                <a:lnTo>
                  <a:pt x="121329" y="282214"/>
                </a:lnTo>
                <a:close/>
              </a:path>
              <a:path w="628650" h="984250">
                <a:moveTo>
                  <a:pt x="220538" y="381370"/>
                </a:moveTo>
                <a:lnTo>
                  <a:pt x="204044" y="364886"/>
                </a:lnTo>
                <a:lnTo>
                  <a:pt x="218418" y="350512"/>
                </a:lnTo>
                <a:lnTo>
                  <a:pt x="234908" y="367001"/>
                </a:lnTo>
                <a:lnTo>
                  <a:pt x="220538" y="381370"/>
                </a:lnTo>
                <a:close/>
              </a:path>
              <a:path w="628650" h="984250">
                <a:moveTo>
                  <a:pt x="168453" y="84442"/>
                </a:moveTo>
                <a:lnTo>
                  <a:pt x="151214" y="67204"/>
                </a:lnTo>
                <a:lnTo>
                  <a:pt x="168453" y="49965"/>
                </a:lnTo>
                <a:lnTo>
                  <a:pt x="185691" y="67204"/>
                </a:lnTo>
                <a:lnTo>
                  <a:pt x="168453" y="84442"/>
                </a:lnTo>
                <a:close/>
              </a:path>
              <a:path w="628650" h="984250">
                <a:moveTo>
                  <a:pt x="68520" y="135908"/>
                </a:moveTo>
                <a:lnTo>
                  <a:pt x="49783" y="117169"/>
                </a:lnTo>
                <a:lnTo>
                  <a:pt x="68520" y="98433"/>
                </a:lnTo>
                <a:lnTo>
                  <a:pt x="87258" y="117169"/>
                </a:lnTo>
                <a:lnTo>
                  <a:pt x="68520" y="135908"/>
                </a:lnTo>
                <a:close/>
              </a:path>
              <a:path w="628650" h="984250">
                <a:moveTo>
                  <a:pt x="218418" y="333523"/>
                </a:moveTo>
                <a:lnTo>
                  <a:pt x="201930" y="317034"/>
                </a:lnTo>
                <a:lnTo>
                  <a:pt x="218418" y="300546"/>
                </a:lnTo>
                <a:lnTo>
                  <a:pt x="234908" y="317034"/>
                </a:lnTo>
                <a:lnTo>
                  <a:pt x="218418" y="333523"/>
                </a:lnTo>
                <a:close/>
              </a:path>
              <a:path w="628650" h="984250">
                <a:moveTo>
                  <a:pt x="218418" y="283557"/>
                </a:moveTo>
                <a:lnTo>
                  <a:pt x="201930" y="267068"/>
                </a:lnTo>
                <a:lnTo>
                  <a:pt x="218418" y="250579"/>
                </a:lnTo>
                <a:lnTo>
                  <a:pt x="234908" y="267068"/>
                </a:lnTo>
                <a:lnTo>
                  <a:pt x="218418" y="283557"/>
                </a:lnTo>
                <a:close/>
              </a:path>
              <a:path w="628650" h="984250">
                <a:moveTo>
                  <a:pt x="168453" y="184374"/>
                </a:moveTo>
                <a:lnTo>
                  <a:pt x="151214" y="167136"/>
                </a:lnTo>
                <a:lnTo>
                  <a:pt x="168453" y="149898"/>
                </a:lnTo>
                <a:lnTo>
                  <a:pt x="185691" y="167136"/>
                </a:lnTo>
                <a:lnTo>
                  <a:pt x="168453" y="184374"/>
                </a:lnTo>
                <a:close/>
              </a:path>
              <a:path w="628650" h="984250">
                <a:moveTo>
                  <a:pt x="168453" y="34476"/>
                </a:moveTo>
                <a:lnTo>
                  <a:pt x="151214" y="17238"/>
                </a:lnTo>
                <a:lnTo>
                  <a:pt x="168453" y="0"/>
                </a:lnTo>
                <a:lnTo>
                  <a:pt x="185691" y="17238"/>
                </a:lnTo>
                <a:lnTo>
                  <a:pt x="168453" y="34476"/>
                </a:lnTo>
                <a:close/>
              </a:path>
              <a:path w="628650" h="984250">
                <a:moveTo>
                  <a:pt x="168453" y="234340"/>
                </a:moveTo>
                <a:lnTo>
                  <a:pt x="151214" y="217102"/>
                </a:lnTo>
                <a:lnTo>
                  <a:pt x="168453" y="199864"/>
                </a:lnTo>
                <a:lnTo>
                  <a:pt x="185691" y="217102"/>
                </a:lnTo>
                <a:lnTo>
                  <a:pt x="168453" y="234340"/>
                </a:lnTo>
                <a:close/>
              </a:path>
              <a:path w="628650" h="984250">
                <a:moveTo>
                  <a:pt x="168453" y="134408"/>
                </a:moveTo>
                <a:lnTo>
                  <a:pt x="151214" y="117169"/>
                </a:lnTo>
                <a:lnTo>
                  <a:pt x="168453" y="99931"/>
                </a:lnTo>
                <a:lnTo>
                  <a:pt x="185691" y="117169"/>
                </a:lnTo>
                <a:lnTo>
                  <a:pt x="168453" y="134408"/>
                </a:lnTo>
                <a:close/>
              </a:path>
              <a:path w="628650" h="984250">
                <a:moveTo>
                  <a:pt x="118487" y="934613"/>
                </a:moveTo>
                <a:lnTo>
                  <a:pt x="100499" y="916631"/>
                </a:lnTo>
                <a:lnTo>
                  <a:pt x="118487" y="898639"/>
                </a:lnTo>
                <a:lnTo>
                  <a:pt x="136474" y="916631"/>
                </a:lnTo>
                <a:lnTo>
                  <a:pt x="118487" y="934613"/>
                </a:lnTo>
                <a:close/>
              </a:path>
              <a:path w="628650" h="984250">
                <a:moveTo>
                  <a:pt x="318351" y="681787"/>
                </a:moveTo>
                <a:lnTo>
                  <a:pt x="303361" y="666797"/>
                </a:lnTo>
                <a:lnTo>
                  <a:pt x="318351" y="651807"/>
                </a:lnTo>
                <a:lnTo>
                  <a:pt x="333341" y="666797"/>
                </a:lnTo>
                <a:lnTo>
                  <a:pt x="318351" y="681787"/>
                </a:lnTo>
                <a:close/>
              </a:path>
              <a:path w="628650" h="984250">
                <a:moveTo>
                  <a:pt x="318351" y="581854"/>
                </a:moveTo>
                <a:lnTo>
                  <a:pt x="303361" y="566865"/>
                </a:lnTo>
                <a:lnTo>
                  <a:pt x="318351" y="551875"/>
                </a:lnTo>
                <a:lnTo>
                  <a:pt x="333341" y="566865"/>
                </a:lnTo>
                <a:lnTo>
                  <a:pt x="318351" y="581854"/>
                </a:lnTo>
                <a:close/>
              </a:path>
              <a:path w="628650" h="984250">
                <a:moveTo>
                  <a:pt x="71731" y="232628"/>
                </a:moveTo>
                <a:lnTo>
                  <a:pt x="52991" y="213894"/>
                </a:lnTo>
                <a:lnTo>
                  <a:pt x="68520" y="198365"/>
                </a:lnTo>
                <a:lnTo>
                  <a:pt x="87258" y="217102"/>
                </a:lnTo>
                <a:lnTo>
                  <a:pt x="71731" y="232628"/>
                </a:lnTo>
                <a:close/>
              </a:path>
              <a:path w="628650" h="984250">
                <a:moveTo>
                  <a:pt x="318351" y="731753"/>
                </a:moveTo>
                <a:lnTo>
                  <a:pt x="303361" y="716763"/>
                </a:lnTo>
                <a:lnTo>
                  <a:pt x="318351" y="701773"/>
                </a:lnTo>
                <a:lnTo>
                  <a:pt x="333341" y="716763"/>
                </a:lnTo>
                <a:lnTo>
                  <a:pt x="318351" y="731753"/>
                </a:lnTo>
                <a:close/>
              </a:path>
              <a:path w="628650" h="984250">
                <a:moveTo>
                  <a:pt x="319786" y="480488"/>
                </a:moveTo>
                <a:lnTo>
                  <a:pt x="304784" y="465509"/>
                </a:lnTo>
                <a:lnTo>
                  <a:pt x="318351" y="451943"/>
                </a:lnTo>
                <a:lnTo>
                  <a:pt x="333341" y="466933"/>
                </a:lnTo>
                <a:lnTo>
                  <a:pt x="319786" y="480488"/>
                </a:lnTo>
                <a:close/>
              </a:path>
              <a:path w="628650" h="984250">
                <a:moveTo>
                  <a:pt x="318351" y="531888"/>
                </a:moveTo>
                <a:lnTo>
                  <a:pt x="303361" y="516899"/>
                </a:lnTo>
                <a:lnTo>
                  <a:pt x="318351" y="501909"/>
                </a:lnTo>
                <a:lnTo>
                  <a:pt x="333341" y="516899"/>
                </a:lnTo>
                <a:lnTo>
                  <a:pt x="318351" y="531888"/>
                </a:lnTo>
                <a:close/>
              </a:path>
              <a:path w="628650" h="984250">
                <a:moveTo>
                  <a:pt x="318351" y="381990"/>
                </a:moveTo>
                <a:lnTo>
                  <a:pt x="303361" y="367001"/>
                </a:lnTo>
                <a:lnTo>
                  <a:pt x="318351" y="352010"/>
                </a:lnTo>
                <a:lnTo>
                  <a:pt x="333341" y="367001"/>
                </a:lnTo>
                <a:lnTo>
                  <a:pt x="318351" y="381990"/>
                </a:lnTo>
                <a:close/>
              </a:path>
              <a:path w="628650" h="984250">
                <a:moveTo>
                  <a:pt x="318351" y="431957"/>
                </a:moveTo>
                <a:lnTo>
                  <a:pt x="303361" y="416967"/>
                </a:lnTo>
                <a:lnTo>
                  <a:pt x="318351" y="401977"/>
                </a:lnTo>
                <a:lnTo>
                  <a:pt x="333341" y="416967"/>
                </a:lnTo>
                <a:lnTo>
                  <a:pt x="318351" y="431957"/>
                </a:lnTo>
                <a:close/>
              </a:path>
              <a:path w="628650" h="984250">
                <a:moveTo>
                  <a:pt x="318351" y="831685"/>
                </a:moveTo>
                <a:lnTo>
                  <a:pt x="303361" y="816695"/>
                </a:lnTo>
                <a:lnTo>
                  <a:pt x="318351" y="801705"/>
                </a:lnTo>
                <a:lnTo>
                  <a:pt x="333341" y="816695"/>
                </a:lnTo>
                <a:lnTo>
                  <a:pt x="318351" y="831685"/>
                </a:lnTo>
                <a:close/>
              </a:path>
              <a:path w="628650" h="984250">
                <a:moveTo>
                  <a:pt x="318351" y="631821"/>
                </a:moveTo>
                <a:lnTo>
                  <a:pt x="303361" y="616830"/>
                </a:lnTo>
                <a:lnTo>
                  <a:pt x="318351" y="601841"/>
                </a:lnTo>
                <a:lnTo>
                  <a:pt x="333341" y="616830"/>
                </a:lnTo>
                <a:lnTo>
                  <a:pt x="318351" y="631821"/>
                </a:lnTo>
                <a:close/>
              </a:path>
              <a:path w="628650" h="984250">
                <a:moveTo>
                  <a:pt x="318351" y="781719"/>
                </a:moveTo>
                <a:lnTo>
                  <a:pt x="303361" y="766729"/>
                </a:lnTo>
                <a:lnTo>
                  <a:pt x="318351" y="751739"/>
                </a:lnTo>
                <a:lnTo>
                  <a:pt x="333341" y="766729"/>
                </a:lnTo>
                <a:lnTo>
                  <a:pt x="318351" y="781719"/>
                </a:lnTo>
                <a:close/>
              </a:path>
              <a:path w="628650" h="984250">
                <a:moveTo>
                  <a:pt x="118487" y="884649"/>
                </a:moveTo>
                <a:lnTo>
                  <a:pt x="100499" y="866661"/>
                </a:lnTo>
                <a:lnTo>
                  <a:pt x="118487" y="848673"/>
                </a:lnTo>
                <a:lnTo>
                  <a:pt x="136474" y="866661"/>
                </a:lnTo>
                <a:lnTo>
                  <a:pt x="118487" y="884649"/>
                </a:lnTo>
                <a:close/>
              </a:path>
              <a:path w="628650" h="984250">
                <a:moveTo>
                  <a:pt x="68520" y="835432"/>
                </a:moveTo>
                <a:lnTo>
                  <a:pt x="49783" y="816695"/>
                </a:lnTo>
                <a:lnTo>
                  <a:pt x="68520" y="797958"/>
                </a:lnTo>
                <a:lnTo>
                  <a:pt x="87258" y="816695"/>
                </a:lnTo>
                <a:lnTo>
                  <a:pt x="68520" y="835432"/>
                </a:lnTo>
                <a:close/>
              </a:path>
              <a:path w="628650" h="984250">
                <a:moveTo>
                  <a:pt x="22133" y="183044"/>
                </a:moveTo>
                <a:lnTo>
                  <a:pt x="2644" y="163560"/>
                </a:lnTo>
                <a:lnTo>
                  <a:pt x="18554" y="147649"/>
                </a:lnTo>
                <a:lnTo>
                  <a:pt x="38041" y="167136"/>
                </a:lnTo>
                <a:lnTo>
                  <a:pt x="22133" y="183044"/>
                </a:lnTo>
                <a:close/>
              </a:path>
              <a:path w="628650" h="984250">
                <a:moveTo>
                  <a:pt x="68520" y="885398"/>
                </a:moveTo>
                <a:lnTo>
                  <a:pt x="49783" y="866661"/>
                </a:lnTo>
                <a:lnTo>
                  <a:pt x="68520" y="847924"/>
                </a:lnTo>
                <a:lnTo>
                  <a:pt x="87258" y="866661"/>
                </a:lnTo>
                <a:lnTo>
                  <a:pt x="68520" y="885398"/>
                </a:lnTo>
                <a:close/>
              </a:path>
              <a:path w="628650" h="984250">
                <a:moveTo>
                  <a:pt x="118487" y="784717"/>
                </a:moveTo>
                <a:lnTo>
                  <a:pt x="100499" y="766729"/>
                </a:lnTo>
                <a:lnTo>
                  <a:pt x="118487" y="748741"/>
                </a:lnTo>
                <a:lnTo>
                  <a:pt x="136474" y="766729"/>
                </a:lnTo>
                <a:lnTo>
                  <a:pt x="118487" y="784717"/>
                </a:lnTo>
                <a:close/>
              </a:path>
              <a:path w="628650" h="984250">
                <a:moveTo>
                  <a:pt x="118487" y="834683"/>
                </a:moveTo>
                <a:lnTo>
                  <a:pt x="100499" y="816695"/>
                </a:lnTo>
                <a:lnTo>
                  <a:pt x="118487" y="798707"/>
                </a:lnTo>
                <a:lnTo>
                  <a:pt x="136474" y="816695"/>
                </a:lnTo>
                <a:lnTo>
                  <a:pt x="118487" y="834683"/>
                </a:lnTo>
                <a:close/>
              </a:path>
              <a:path w="628650" h="984250">
                <a:moveTo>
                  <a:pt x="218418" y="233590"/>
                </a:moveTo>
                <a:lnTo>
                  <a:pt x="201930" y="217102"/>
                </a:lnTo>
                <a:lnTo>
                  <a:pt x="218418" y="200613"/>
                </a:lnTo>
                <a:lnTo>
                  <a:pt x="234908" y="217102"/>
                </a:lnTo>
                <a:lnTo>
                  <a:pt x="218418" y="233590"/>
                </a:lnTo>
                <a:close/>
              </a:path>
              <a:path w="628650" h="984250">
                <a:moveTo>
                  <a:pt x="118487" y="734751"/>
                </a:moveTo>
                <a:lnTo>
                  <a:pt x="100689" y="716954"/>
                </a:lnTo>
                <a:lnTo>
                  <a:pt x="118679" y="698968"/>
                </a:lnTo>
                <a:lnTo>
                  <a:pt x="136474" y="716763"/>
                </a:lnTo>
                <a:lnTo>
                  <a:pt x="118487" y="734751"/>
                </a:lnTo>
                <a:close/>
              </a:path>
              <a:path w="628650" h="984250">
                <a:moveTo>
                  <a:pt x="218418" y="833184"/>
                </a:moveTo>
                <a:lnTo>
                  <a:pt x="201930" y="816695"/>
                </a:lnTo>
                <a:lnTo>
                  <a:pt x="218418" y="800206"/>
                </a:lnTo>
                <a:lnTo>
                  <a:pt x="234908" y="816695"/>
                </a:lnTo>
                <a:lnTo>
                  <a:pt x="218418" y="833184"/>
                </a:lnTo>
                <a:close/>
              </a:path>
              <a:path w="628650" h="984250">
                <a:moveTo>
                  <a:pt x="218418" y="183625"/>
                </a:moveTo>
                <a:lnTo>
                  <a:pt x="201930" y="167136"/>
                </a:lnTo>
                <a:lnTo>
                  <a:pt x="218418" y="150647"/>
                </a:lnTo>
                <a:lnTo>
                  <a:pt x="234908" y="167136"/>
                </a:lnTo>
                <a:lnTo>
                  <a:pt x="218418" y="183625"/>
                </a:lnTo>
                <a:close/>
              </a:path>
              <a:path w="628650" h="984250">
                <a:moveTo>
                  <a:pt x="218418" y="933119"/>
                </a:moveTo>
                <a:lnTo>
                  <a:pt x="201930" y="916631"/>
                </a:lnTo>
                <a:lnTo>
                  <a:pt x="218418" y="900139"/>
                </a:lnTo>
                <a:lnTo>
                  <a:pt x="234908" y="916631"/>
                </a:lnTo>
                <a:lnTo>
                  <a:pt x="218418" y="933119"/>
                </a:lnTo>
                <a:close/>
              </a:path>
              <a:path w="628650" h="984250">
                <a:moveTo>
                  <a:pt x="218418" y="733251"/>
                </a:moveTo>
                <a:lnTo>
                  <a:pt x="201930" y="716763"/>
                </a:lnTo>
                <a:lnTo>
                  <a:pt x="218418" y="700274"/>
                </a:lnTo>
                <a:lnTo>
                  <a:pt x="234908" y="716763"/>
                </a:lnTo>
                <a:lnTo>
                  <a:pt x="218418" y="733251"/>
                </a:lnTo>
                <a:close/>
              </a:path>
              <a:path w="628650" h="984250">
                <a:moveTo>
                  <a:pt x="218418" y="883150"/>
                </a:moveTo>
                <a:lnTo>
                  <a:pt x="201930" y="866661"/>
                </a:lnTo>
                <a:lnTo>
                  <a:pt x="218418" y="850173"/>
                </a:lnTo>
                <a:lnTo>
                  <a:pt x="234908" y="866661"/>
                </a:lnTo>
                <a:lnTo>
                  <a:pt x="218418" y="883150"/>
                </a:lnTo>
                <a:close/>
              </a:path>
              <a:path w="628650" h="984250">
                <a:moveTo>
                  <a:pt x="168453" y="933866"/>
                </a:moveTo>
                <a:lnTo>
                  <a:pt x="151214" y="916631"/>
                </a:lnTo>
                <a:lnTo>
                  <a:pt x="168453" y="899389"/>
                </a:lnTo>
                <a:lnTo>
                  <a:pt x="185691" y="916631"/>
                </a:lnTo>
                <a:lnTo>
                  <a:pt x="168453" y="933866"/>
                </a:lnTo>
                <a:close/>
              </a:path>
              <a:path w="628650" h="984250">
                <a:moveTo>
                  <a:pt x="218418" y="633320"/>
                </a:moveTo>
                <a:lnTo>
                  <a:pt x="201930" y="616830"/>
                </a:lnTo>
                <a:lnTo>
                  <a:pt x="218418" y="600342"/>
                </a:lnTo>
                <a:lnTo>
                  <a:pt x="234908" y="616830"/>
                </a:lnTo>
                <a:lnTo>
                  <a:pt x="218418" y="633320"/>
                </a:lnTo>
                <a:close/>
              </a:path>
              <a:path w="628650" h="984250">
                <a:moveTo>
                  <a:pt x="218418" y="683286"/>
                </a:moveTo>
                <a:lnTo>
                  <a:pt x="201930" y="666797"/>
                </a:lnTo>
                <a:lnTo>
                  <a:pt x="218418" y="650308"/>
                </a:lnTo>
                <a:lnTo>
                  <a:pt x="234908" y="666797"/>
                </a:lnTo>
                <a:lnTo>
                  <a:pt x="218418" y="683286"/>
                </a:lnTo>
                <a:close/>
              </a:path>
              <a:path w="628650" h="984250">
                <a:moveTo>
                  <a:pt x="268385" y="832435"/>
                </a:moveTo>
                <a:lnTo>
                  <a:pt x="252646" y="816695"/>
                </a:lnTo>
                <a:lnTo>
                  <a:pt x="268385" y="800956"/>
                </a:lnTo>
                <a:lnTo>
                  <a:pt x="284124" y="816695"/>
                </a:lnTo>
                <a:lnTo>
                  <a:pt x="268385" y="832435"/>
                </a:lnTo>
                <a:close/>
              </a:path>
              <a:path w="628650" h="984250">
                <a:moveTo>
                  <a:pt x="268385" y="582604"/>
                </a:moveTo>
                <a:lnTo>
                  <a:pt x="252646" y="566865"/>
                </a:lnTo>
                <a:lnTo>
                  <a:pt x="268385" y="551125"/>
                </a:lnTo>
                <a:lnTo>
                  <a:pt x="284124" y="566865"/>
                </a:lnTo>
                <a:lnTo>
                  <a:pt x="268385" y="582604"/>
                </a:lnTo>
                <a:close/>
              </a:path>
              <a:path w="628650" h="984250">
                <a:moveTo>
                  <a:pt x="168453" y="983832"/>
                </a:moveTo>
                <a:lnTo>
                  <a:pt x="151214" y="966596"/>
                </a:lnTo>
                <a:lnTo>
                  <a:pt x="168453" y="949352"/>
                </a:lnTo>
                <a:lnTo>
                  <a:pt x="185691" y="966596"/>
                </a:lnTo>
                <a:lnTo>
                  <a:pt x="168453" y="983832"/>
                </a:lnTo>
                <a:close/>
              </a:path>
              <a:path w="628650" h="984250">
                <a:moveTo>
                  <a:pt x="268385" y="782469"/>
                </a:moveTo>
                <a:lnTo>
                  <a:pt x="252646" y="766729"/>
                </a:lnTo>
                <a:lnTo>
                  <a:pt x="268385" y="750990"/>
                </a:lnTo>
                <a:lnTo>
                  <a:pt x="284124" y="766729"/>
                </a:lnTo>
                <a:lnTo>
                  <a:pt x="268385" y="782469"/>
                </a:lnTo>
                <a:close/>
              </a:path>
              <a:path w="628650" h="984250">
                <a:moveTo>
                  <a:pt x="268385" y="882400"/>
                </a:moveTo>
                <a:lnTo>
                  <a:pt x="252646" y="866661"/>
                </a:lnTo>
                <a:lnTo>
                  <a:pt x="268385" y="850922"/>
                </a:lnTo>
                <a:lnTo>
                  <a:pt x="284124" y="866661"/>
                </a:lnTo>
                <a:lnTo>
                  <a:pt x="268385" y="882400"/>
                </a:lnTo>
                <a:close/>
              </a:path>
              <a:path w="628650" h="984250">
                <a:moveTo>
                  <a:pt x="268385" y="732502"/>
                </a:moveTo>
                <a:lnTo>
                  <a:pt x="252646" y="716763"/>
                </a:lnTo>
                <a:lnTo>
                  <a:pt x="268385" y="701024"/>
                </a:lnTo>
                <a:lnTo>
                  <a:pt x="284124" y="716763"/>
                </a:lnTo>
                <a:lnTo>
                  <a:pt x="268385" y="732502"/>
                </a:lnTo>
                <a:close/>
              </a:path>
              <a:path w="628650" h="984250">
                <a:moveTo>
                  <a:pt x="268385" y="632570"/>
                </a:moveTo>
                <a:lnTo>
                  <a:pt x="252646" y="616830"/>
                </a:lnTo>
                <a:lnTo>
                  <a:pt x="268385" y="601091"/>
                </a:lnTo>
                <a:lnTo>
                  <a:pt x="284124" y="616830"/>
                </a:lnTo>
                <a:lnTo>
                  <a:pt x="268385" y="632570"/>
                </a:lnTo>
                <a:close/>
              </a:path>
              <a:path w="628650" h="984250">
                <a:moveTo>
                  <a:pt x="268385" y="682536"/>
                </a:moveTo>
                <a:lnTo>
                  <a:pt x="252646" y="666797"/>
                </a:lnTo>
                <a:lnTo>
                  <a:pt x="268385" y="651058"/>
                </a:lnTo>
                <a:lnTo>
                  <a:pt x="284124" y="666797"/>
                </a:lnTo>
                <a:lnTo>
                  <a:pt x="268385" y="682536"/>
                </a:lnTo>
                <a:close/>
              </a:path>
              <a:path w="628650" h="984250">
                <a:moveTo>
                  <a:pt x="218418" y="783218"/>
                </a:moveTo>
                <a:lnTo>
                  <a:pt x="201930" y="766729"/>
                </a:lnTo>
                <a:lnTo>
                  <a:pt x="218418" y="750240"/>
                </a:lnTo>
                <a:lnTo>
                  <a:pt x="234908" y="766729"/>
                </a:lnTo>
                <a:lnTo>
                  <a:pt x="218418" y="783218"/>
                </a:lnTo>
                <a:close/>
              </a:path>
              <a:path w="628650" h="984250">
                <a:moveTo>
                  <a:pt x="268385" y="382739"/>
                </a:moveTo>
                <a:lnTo>
                  <a:pt x="252646" y="367001"/>
                </a:lnTo>
                <a:lnTo>
                  <a:pt x="268385" y="351261"/>
                </a:lnTo>
                <a:lnTo>
                  <a:pt x="284124" y="367001"/>
                </a:lnTo>
                <a:lnTo>
                  <a:pt x="268385" y="382739"/>
                </a:lnTo>
                <a:close/>
              </a:path>
              <a:path w="628650" h="984250">
                <a:moveTo>
                  <a:pt x="268385" y="332773"/>
                </a:moveTo>
                <a:lnTo>
                  <a:pt x="252646" y="317034"/>
                </a:lnTo>
                <a:lnTo>
                  <a:pt x="268385" y="301295"/>
                </a:lnTo>
                <a:lnTo>
                  <a:pt x="284124" y="317034"/>
                </a:lnTo>
                <a:lnTo>
                  <a:pt x="268385" y="332773"/>
                </a:lnTo>
                <a:close/>
              </a:path>
              <a:path w="628650" h="984250">
                <a:moveTo>
                  <a:pt x="268385" y="282808"/>
                </a:moveTo>
                <a:lnTo>
                  <a:pt x="252646" y="267068"/>
                </a:lnTo>
                <a:lnTo>
                  <a:pt x="268385" y="251329"/>
                </a:lnTo>
                <a:lnTo>
                  <a:pt x="284124" y="267068"/>
                </a:lnTo>
                <a:lnTo>
                  <a:pt x="268385" y="282808"/>
                </a:lnTo>
                <a:close/>
              </a:path>
              <a:path w="628650" h="984250">
                <a:moveTo>
                  <a:pt x="168453" y="883900"/>
                </a:moveTo>
                <a:lnTo>
                  <a:pt x="151214" y="866661"/>
                </a:lnTo>
                <a:lnTo>
                  <a:pt x="168453" y="849423"/>
                </a:lnTo>
                <a:lnTo>
                  <a:pt x="185691" y="866661"/>
                </a:lnTo>
                <a:lnTo>
                  <a:pt x="168453" y="883900"/>
                </a:lnTo>
                <a:close/>
              </a:path>
              <a:path w="628650" h="984250">
                <a:moveTo>
                  <a:pt x="270158" y="430934"/>
                </a:moveTo>
                <a:lnTo>
                  <a:pt x="254407" y="415205"/>
                </a:lnTo>
                <a:lnTo>
                  <a:pt x="268385" y="401227"/>
                </a:lnTo>
                <a:lnTo>
                  <a:pt x="284124" y="416967"/>
                </a:lnTo>
                <a:lnTo>
                  <a:pt x="270158" y="430934"/>
                </a:lnTo>
                <a:close/>
              </a:path>
              <a:path w="628650" h="984250">
                <a:moveTo>
                  <a:pt x="218418" y="83693"/>
                </a:moveTo>
                <a:lnTo>
                  <a:pt x="201930" y="67204"/>
                </a:lnTo>
                <a:lnTo>
                  <a:pt x="218418" y="50715"/>
                </a:lnTo>
                <a:lnTo>
                  <a:pt x="234908" y="67204"/>
                </a:lnTo>
                <a:lnTo>
                  <a:pt x="218418" y="83693"/>
                </a:lnTo>
                <a:close/>
              </a:path>
              <a:path w="628650" h="984250">
                <a:moveTo>
                  <a:pt x="268385" y="132909"/>
                </a:moveTo>
                <a:lnTo>
                  <a:pt x="252646" y="117169"/>
                </a:lnTo>
                <a:lnTo>
                  <a:pt x="268385" y="101431"/>
                </a:lnTo>
                <a:lnTo>
                  <a:pt x="284124" y="117169"/>
                </a:lnTo>
                <a:lnTo>
                  <a:pt x="268385" y="132909"/>
                </a:lnTo>
                <a:close/>
              </a:path>
              <a:path w="628650" h="984250">
                <a:moveTo>
                  <a:pt x="218418" y="133659"/>
                </a:moveTo>
                <a:lnTo>
                  <a:pt x="201930" y="117169"/>
                </a:lnTo>
                <a:lnTo>
                  <a:pt x="218418" y="100681"/>
                </a:lnTo>
                <a:lnTo>
                  <a:pt x="234908" y="117169"/>
                </a:lnTo>
                <a:lnTo>
                  <a:pt x="218418" y="133659"/>
                </a:lnTo>
                <a:close/>
              </a:path>
              <a:path w="628650" h="984250">
                <a:moveTo>
                  <a:pt x="268385" y="232842"/>
                </a:moveTo>
                <a:lnTo>
                  <a:pt x="252646" y="217102"/>
                </a:lnTo>
                <a:lnTo>
                  <a:pt x="268385" y="201363"/>
                </a:lnTo>
                <a:lnTo>
                  <a:pt x="284124" y="217102"/>
                </a:lnTo>
                <a:lnTo>
                  <a:pt x="268385" y="232842"/>
                </a:lnTo>
                <a:close/>
              </a:path>
              <a:path w="628650" h="984250">
                <a:moveTo>
                  <a:pt x="268385" y="182876"/>
                </a:moveTo>
                <a:lnTo>
                  <a:pt x="252646" y="167136"/>
                </a:lnTo>
                <a:lnTo>
                  <a:pt x="268385" y="151397"/>
                </a:lnTo>
                <a:lnTo>
                  <a:pt x="284124" y="167136"/>
                </a:lnTo>
                <a:lnTo>
                  <a:pt x="268385" y="182876"/>
                </a:lnTo>
                <a:close/>
              </a:path>
              <a:path w="628650" h="984250">
                <a:moveTo>
                  <a:pt x="168453" y="734001"/>
                </a:moveTo>
                <a:lnTo>
                  <a:pt x="151214" y="716763"/>
                </a:lnTo>
                <a:lnTo>
                  <a:pt x="168453" y="699524"/>
                </a:lnTo>
                <a:lnTo>
                  <a:pt x="185691" y="716763"/>
                </a:lnTo>
                <a:lnTo>
                  <a:pt x="168453" y="734001"/>
                </a:lnTo>
                <a:close/>
              </a:path>
              <a:path w="628650" h="984250">
                <a:moveTo>
                  <a:pt x="168453" y="684035"/>
                </a:moveTo>
                <a:lnTo>
                  <a:pt x="151214" y="666797"/>
                </a:lnTo>
                <a:lnTo>
                  <a:pt x="168453" y="649558"/>
                </a:lnTo>
                <a:lnTo>
                  <a:pt x="185691" y="666797"/>
                </a:lnTo>
                <a:lnTo>
                  <a:pt x="168453" y="684035"/>
                </a:lnTo>
                <a:close/>
              </a:path>
              <a:path w="628650" h="984250">
                <a:moveTo>
                  <a:pt x="168453" y="833933"/>
                </a:moveTo>
                <a:lnTo>
                  <a:pt x="151214" y="816695"/>
                </a:lnTo>
                <a:lnTo>
                  <a:pt x="168453" y="799457"/>
                </a:lnTo>
                <a:lnTo>
                  <a:pt x="185691" y="816695"/>
                </a:lnTo>
                <a:lnTo>
                  <a:pt x="168453" y="833933"/>
                </a:lnTo>
                <a:close/>
              </a:path>
              <a:path w="628650" h="984250">
                <a:moveTo>
                  <a:pt x="168453" y="783967"/>
                </a:moveTo>
                <a:lnTo>
                  <a:pt x="151214" y="766729"/>
                </a:lnTo>
                <a:lnTo>
                  <a:pt x="168453" y="749491"/>
                </a:lnTo>
                <a:lnTo>
                  <a:pt x="185691" y="766729"/>
                </a:lnTo>
                <a:lnTo>
                  <a:pt x="168453" y="783967"/>
                </a:lnTo>
                <a:close/>
              </a:path>
              <a:path w="628650" h="984250">
                <a:moveTo>
                  <a:pt x="18554" y="836182"/>
                </a:moveTo>
                <a:lnTo>
                  <a:pt x="0" y="817627"/>
                </a:lnTo>
                <a:lnTo>
                  <a:pt x="19488" y="798142"/>
                </a:lnTo>
                <a:lnTo>
                  <a:pt x="38041" y="816695"/>
                </a:lnTo>
                <a:lnTo>
                  <a:pt x="18554" y="836182"/>
                </a:lnTo>
                <a:close/>
              </a:path>
              <a:path w="628650" h="984250">
                <a:moveTo>
                  <a:pt x="318351" y="332024"/>
                </a:moveTo>
                <a:lnTo>
                  <a:pt x="303361" y="317034"/>
                </a:lnTo>
                <a:lnTo>
                  <a:pt x="318351" y="302044"/>
                </a:lnTo>
                <a:lnTo>
                  <a:pt x="333341" y="317034"/>
                </a:lnTo>
                <a:lnTo>
                  <a:pt x="318351" y="332024"/>
                </a:lnTo>
                <a:close/>
              </a:path>
              <a:path w="628650" h="984250">
                <a:moveTo>
                  <a:pt x="68520" y="785467"/>
                </a:moveTo>
                <a:lnTo>
                  <a:pt x="50344" y="767290"/>
                </a:lnTo>
                <a:lnTo>
                  <a:pt x="69083" y="748554"/>
                </a:lnTo>
                <a:lnTo>
                  <a:pt x="87258" y="766729"/>
                </a:lnTo>
                <a:lnTo>
                  <a:pt x="68520" y="785467"/>
                </a:lnTo>
                <a:close/>
              </a:path>
              <a:path w="628650" h="984250">
                <a:moveTo>
                  <a:pt x="468249" y="429707"/>
                </a:moveTo>
                <a:lnTo>
                  <a:pt x="455508" y="416967"/>
                </a:lnTo>
                <a:lnTo>
                  <a:pt x="468249" y="404225"/>
                </a:lnTo>
                <a:lnTo>
                  <a:pt x="480991" y="416967"/>
                </a:lnTo>
                <a:lnTo>
                  <a:pt x="468249" y="429707"/>
                </a:lnTo>
                <a:close/>
              </a:path>
              <a:path w="628650" h="984250">
                <a:moveTo>
                  <a:pt x="418283" y="380491"/>
                </a:moveTo>
                <a:lnTo>
                  <a:pt x="404793" y="367001"/>
                </a:lnTo>
                <a:lnTo>
                  <a:pt x="418283" y="353510"/>
                </a:lnTo>
                <a:lnTo>
                  <a:pt x="431774" y="367001"/>
                </a:lnTo>
                <a:lnTo>
                  <a:pt x="418283" y="380491"/>
                </a:lnTo>
                <a:close/>
              </a:path>
              <a:path w="628650" h="984250">
                <a:moveTo>
                  <a:pt x="418283" y="280559"/>
                </a:moveTo>
                <a:lnTo>
                  <a:pt x="404793" y="267068"/>
                </a:lnTo>
                <a:lnTo>
                  <a:pt x="418283" y="253578"/>
                </a:lnTo>
                <a:lnTo>
                  <a:pt x="431774" y="267068"/>
                </a:lnTo>
                <a:lnTo>
                  <a:pt x="418283" y="280559"/>
                </a:lnTo>
                <a:close/>
              </a:path>
              <a:path w="628650" h="984250">
                <a:moveTo>
                  <a:pt x="418283" y="480423"/>
                </a:moveTo>
                <a:lnTo>
                  <a:pt x="404793" y="466933"/>
                </a:lnTo>
                <a:lnTo>
                  <a:pt x="418283" y="453441"/>
                </a:lnTo>
                <a:lnTo>
                  <a:pt x="431774" y="466933"/>
                </a:lnTo>
                <a:lnTo>
                  <a:pt x="418283" y="480423"/>
                </a:lnTo>
                <a:close/>
              </a:path>
              <a:path w="628650" h="984250">
                <a:moveTo>
                  <a:pt x="418283" y="430457"/>
                </a:moveTo>
                <a:lnTo>
                  <a:pt x="404793" y="416967"/>
                </a:lnTo>
                <a:lnTo>
                  <a:pt x="418283" y="403475"/>
                </a:lnTo>
                <a:lnTo>
                  <a:pt x="431774" y="416967"/>
                </a:lnTo>
                <a:lnTo>
                  <a:pt x="418283" y="430457"/>
                </a:lnTo>
                <a:close/>
              </a:path>
              <a:path w="628650" h="984250">
                <a:moveTo>
                  <a:pt x="368317" y="681037"/>
                </a:moveTo>
                <a:lnTo>
                  <a:pt x="354077" y="666797"/>
                </a:lnTo>
                <a:lnTo>
                  <a:pt x="368317" y="652556"/>
                </a:lnTo>
                <a:lnTo>
                  <a:pt x="382557" y="666797"/>
                </a:lnTo>
                <a:lnTo>
                  <a:pt x="368317" y="681037"/>
                </a:lnTo>
                <a:close/>
              </a:path>
              <a:path w="628650" h="984250">
                <a:moveTo>
                  <a:pt x="368317" y="780969"/>
                </a:moveTo>
                <a:lnTo>
                  <a:pt x="354077" y="766729"/>
                </a:lnTo>
                <a:lnTo>
                  <a:pt x="368317" y="752489"/>
                </a:lnTo>
                <a:lnTo>
                  <a:pt x="382557" y="766729"/>
                </a:lnTo>
                <a:lnTo>
                  <a:pt x="368317" y="780969"/>
                </a:lnTo>
                <a:close/>
              </a:path>
              <a:path w="628650" h="984250">
                <a:moveTo>
                  <a:pt x="368317" y="731003"/>
                </a:moveTo>
                <a:lnTo>
                  <a:pt x="354077" y="716763"/>
                </a:lnTo>
                <a:lnTo>
                  <a:pt x="368317" y="702522"/>
                </a:lnTo>
                <a:lnTo>
                  <a:pt x="382557" y="716763"/>
                </a:lnTo>
                <a:lnTo>
                  <a:pt x="368317" y="731003"/>
                </a:lnTo>
                <a:close/>
              </a:path>
              <a:path w="628650" h="984250">
                <a:moveTo>
                  <a:pt x="418283" y="330525"/>
                </a:moveTo>
                <a:lnTo>
                  <a:pt x="404793" y="317034"/>
                </a:lnTo>
                <a:lnTo>
                  <a:pt x="418283" y="303544"/>
                </a:lnTo>
                <a:lnTo>
                  <a:pt x="431774" y="317034"/>
                </a:lnTo>
                <a:lnTo>
                  <a:pt x="418283" y="330525"/>
                </a:lnTo>
                <a:close/>
              </a:path>
              <a:path w="628650" h="984250">
                <a:moveTo>
                  <a:pt x="418283" y="530390"/>
                </a:moveTo>
                <a:lnTo>
                  <a:pt x="404793" y="516899"/>
                </a:lnTo>
                <a:lnTo>
                  <a:pt x="418283" y="503407"/>
                </a:lnTo>
                <a:lnTo>
                  <a:pt x="431774" y="516899"/>
                </a:lnTo>
                <a:lnTo>
                  <a:pt x="418283" y="530390"/>
                </a:lnTo>
                <a:close/>
              </a:path>
              <a:path w="628650" h="984250">
                <a:moveTo>
                  <a:pt x="418283" y="680288"/>
                </a:moveTo>
                <a:lnTo>
                  <a:pt x="404793" y="666797"/>
                </a:lnTo>
                <a:lnTo>
                  <a:pt x="418283" y="653306"/>
                </a:lnTo>
                <a:lnTo>
                  <a:pt x="431774" y="666797"/>
                </a:lnTo>
                <a:lnTo>
                  <a:pt x="418283" y="680288"/>
                </a:lnTo>
                <a:close/>
              </a:path>
              <a:path w="628650" h="984250">
                <a:moveTo>
                  <a:pt x="468249" y="329776"/>
                </a:moveTo>
                <a:lnTo>
                  <a:pt x="455508" y="317034"/>
                </a:lnTo>
                <a:lnTo>
                  <a:pt x="468249" y="304292"/>
                </a:lnTo>
                <a:lnTo>
                  <a:pt x="480991" y="317034"/>
                </a:lnTo>
                <a:lnTo>
                  <a:pt x="468249" y="329776"/>
                </a:lnTo>
                <a:close/>
              </a:path>
              <a:path w="628650" h="984250">
                <a:moveTo>
                  <a:pt x="468249" y="379741"/>
                </a:moveTo>
                <a:lnTo>
                  <a:pt x="455508" y="367001"/>
                </a:lnTo>
                <a:lnTo>
                  <a:pt x="468249" y="354259"/>
                </a:lnTo>
                <a:lnTo>
                  <a:pt x="480991" y="367001"/>
                </a:lnTo>
                <a:lnTo>
                  <a:pt x="468249" y="379741"/>
                </a:lnTo>
                <a:close/>
              </a:path>
              <a:path w="628650" h="984250">
                <a:moveTo>
                  <a:pt x="468249" y="479674"/>
                </a:moveTo>
                <a:lnTo>
                  <a:pt x="455508" y="466933"/>
                </a:lnTo>
                <a:lnTo>
                  <a:pt x="468249" y="454191"/>
                </a:lnTo>
                <a:lnTo>
                  <a:pt x="480991" y="466933"/>
                </a:lnTo>
                <a:lnTo>
                  <a:pt x="468249" y="479674"/>
                </a:lnTo>
                <a:close/>
              </a:path>
              <a:path w="628650" h="984250">
                <a:moveTo>
                  <a:pt x="418283" y="730254"/>
                </a:moveTo>
                <a:lnTo>
                  <a:pt x="404793" y="716763"/>
                </a:lnTo>
                <a:lnTo>
                  <a:pt x="418283" y="703272"/>
                </a:lnTo>
                <a:lnTo>
                  <a:pt x="431774" y="716763"/>
                </a:lnTo>
                <a:lnTo>
                  <a:pt x="418283" y="730254"/>
                </a:lnTo>
                <a:close/>
              </a:path>
              <a:path w="628650" h="984250">
                <a:moveTo>
                  <a:pt x="418283" y="580356"/>
                </a:moveTo>
                <a:lnTo>
                  <a:pt x="404793" y="566865"/>
                </a:lnTo>
                <a:lnTo>
                  <a:pt x="418283" y="553374"/>
                </a:lnTo>
                <a:lnTo>
                  <a:pt x="431774" y="566865"/>
                </a:lnTo>
                <a:lnTo>
                  <a:pt x="418283" y="580356"/>
                </a:lnTo>
                <a:close/>
              </a:path>
              <a:path w="628650" h="984250">
                <a:moveTo>
                  <a:pt x="418283" y="630322"/>
                </a:moveTo>
                <a:lnTo>
                  <a:pt x="404793" y="616830"/>
                </a:lnTo>
                <a:lnTo>
                  <a:pt x="418283" y="603340"/>
                </a:lnTo>
                <a:lnTo>
                  <a:pt x="431774" y="616830"/>
                </a:lnTo>
                <a:lnTo>
                  <a:pt x="418283" y="630322"/>
                </a:lnTo>
                <a:close/>
              </a:path>
              <a:path w="628650" h="984250">
                <a:moveTo>
                  <a:pt x="368317" y="631071"/>
                </a:moveTo>
                <a:lnTo>
                  <a:pt x="354077" y="616830"/>
                </a:lnTo>
                <a:lnTo>
                  <a:pt x="368317" y="602590"/>
                </a:lnTo>
                <a:lnTo>
                  <a:pt x="382557" y="616830"/>
                </a:lnTo>
                <a:lnTo>
                  <a:pt x="368317" y="631071"/>
                </a:lnTo>
                <a:close/>
              </a:path>
              <a:path w="628650" h="984250">
                <a:moveTo>
                  <a:pt x="368317" y="481173"/>
                </a:moveTo>
                <a:lnTo>
                  <a:pt x="354077" y="466933"/>
                </a:lnTo>
                <a:lnTo>
                  <a:pt x="368317" y="452693"/>
                </a:lnTo>
                <a:lnTo>
                  <a:pt x="382557" y="466933"/>
                </a:lnTo>
                <a:lnTo>
                  <a:pt x="368317" y="481173"/>
                </a:lnTo>
                <a:close/>
              </a:path>
              <a:path w="628650" h="984250">
                <a:moveTo>
                  <a:pt x="368317" y="431207"/>
                </a:moveTo>
                <a:lnTo>
                  <a:pt x="354077" y="416967"/>
                </a:lnTo>
                <a:lnTo>
                  <a:pt x="368317" y="402726"/>
                </a:lnTo>
                <a:lnTo>
                  <a:pt x="382557" y="416967"/>
                </a:lnTo>
                <a:lnTo>
                  <a:pt x="368317" y="431207"/>
                </a:lnTo>
                <a:close/>
              </a:path>
              <a:path w="628650" h="984250">
                <a:moveTo>
                  <a:pt x="368317" y="531139"/>
                </a:moveTo>
                <a:lnTo>
                  <a:pt x="354077" y="516899"/>
                </a:lnTo>
                <a:lnTo>
                  <a:pt x="368317" y="502659"/>
                </a:lnTo>
                <a:lnTo>
                  <a:pt x="382557" y="516899"/>
                </a:lnTo>
                <a:lnTo>
                  <a:pt x="368317" y="531139"/>
                </a:lnTo>
                <a:close/>
              </a:path>
              <a:path w="628650" h="984250">
                <a:moveTo>
                  <a:pt x="318351" y="282058"/>
                </a:moveTo>
                <a:lnTo>
                  <a:pt x="303361" y="267068"/>
                </a:lnTo>
                <a:lnTo>
                  <a:pt x="318351" y="252078"/>
                </a:lnTo>
                <a:lnTo>
                  <a:pt x="333341" y="267068"/>
                </a:lnTo>
                <a:lnTo>
                  <a:pt x="318351" y="282058"/>
                </a:lnTo>
                <a:close/>
              </a:path>
              <a:path w="628650" h="984250">
                <a:moveTo>
                  <a:pt x="368317" y="581105"/>
                </a:moveTo>
                <a:lnTo>
                  <a:pt x="354077" y="566865"/>
                </a:lnTo>
                <a:lnTo>
                  <a:pt x="368317" y="552624"/>
                </a:lnTo>
                <a:lnTo>
                  <a:pt x="382557" y="566865"/>
                </a:lnTo>
                <a:lnTo>
                  <a:pt x="368317" y="581105"/>
                </a:lnTo>
                <a:close/>
              </a:path>
              <a:path w="628650" h="984250">
                <a:moveTo>
                  <a:pt x="368317" y="381241"/>
                </a:moveTo>
                <a:lnTo>
                  <a:pt x="354077" y="367001"/>
                </a:lnTo>
                <a:lnTo>
                  <a:pt x="368317" y="352760"/>
                </a:lnTo>
                <a:lnTo>
                  <a:pt x="382557" y="367001"/>
                </a:lnTo>
                <a:lnTo>
                  <a:pt x="368317" y="381241"/>
                </a:lnTo>
                <a:close/>
              </a:path>
              <a:path w="628650" h="984250">
                <a:moveTo>
                  <a:pt x="368317" y="281309"/>
                </a:moveTo>
                <a:lnTo>
                  <a:pt x="354077" y="267068"/>
                </a:lnTo>
                <a:lnTo>
                  <a:pt x="368317" y="252828"/>
                </a:lnTo>
                <a:lnTo>
                  <a:pt x="382557" y="267068"/>
                </a:lnTo>
                <a:lnTo>
                  <a:pt x="368317" y="281309"/>
                </a:lnTo>
                <a:close/>
              </a:path>
              <a:path w="628650" h="984250">
                <a:moveTo>
                  <a:pt x="368317" y="331275"/>
                </a:moveTo>
                <a:lnTo>
                  <a:pt x="354077" y="317034"/>
                </a:lnTo>
                <a:lnTo>
                  <a:pt x="368317" y="302794"/>
                </a:lnTo>
                <a:lnTo>
                  <a:pt x="382557" y="317034"/>
                </a:lnTo>
                <a:lnTo>
                  <a:pt x="368317" y="331275"/>
                </a:lnTo>
                <a:close/>
              </a:path>
              <a:path w="628650" h="984250">
                <a:moveTo>
                  <a:pt x="368317" y="231342"/>
                </a:moveTo>
                <a:lnTo>
                  <a:pt x="354077" y="217102"/>
                </a:lnTo>
                <a:lnTo>
                  <a:pt x="368317" y="202862"/>
                </a:lnTo>
                <a:lnTo>
                  <a:pt x="382557" y="217102"/>
                </a:lnTo>
                <a:lnTo>
                  <a:pt x="368317" y="231342"/>
                </a:lnTo>
                <a:close/>
              </a:path>
              <a:path w="628650" h="984250">
                <a:moveTo>
                  <a:pt x="318351" y="182126"/>
                </a:moveTo>
                <a:lnTo>
                  <a:pt x="303361" y="167136"/>
                </a:lnTo>
                <a:lnTo>
                  <a:pt x="318351" y="152146"/>
                </a:lnTo>
                <a:lnTo>
                  <a:pt x="333341" y="167136"/>
                </a:lnTo>
                <a:lnTo>
                  <a:pt x="318351" y="182126"/>
                </a:lnTo>
                <a:close/>
              </a:path>
              <a:path w="628650" h="984250">
                <a:moveTo>
                  <a:pt x="618148" y="477425"/>
                </a:moveTo>
                <a:lnTo>
                  <a:pt x="607655" y="466933"/>
                </a:lnTo>
                <a:lnTo>
                  <a:pt x="618148" y="456439"/>
                </a:lnTo>
                <a:lnTo>
                  <a:pt x="628640" y="466933"/>
                </a:lnTo>
                <a:lnTo>
                  <a:pt x="618148" y="477425"/>
                </a:lnTo>
                <a:close/>
              </a:path>
              <a:path w="628650" h="984250">
                <a:moveTo>
                  <a:pt x="318351" y="232092"/>
                </a:moveTo>
                <a:lnTo>
                  <a:pt x="303361" y="217102"/>
                </a:lnTo>
                <a:lnTo>
                  <a:pt x="318351" y="202112"/>
                </a:lnTo>
                <a:lnTo>
                  <a:pt x="333341" y="217102"/>
                </a:lnTo>
                <a:lnTo>
                  <a:pt x="318351" y="232092"/>
                </a:lnTo>
                <a:close/>
              </a:path>
              <a:path w="628650" h="984250">
                <a:moveTo>
                  <a:pt x="518215" y="628822"/>
                </a:moveTo>
                <a:lnTo>
                  <a:pt x="506223" y="616830"/>
                </a:lnTo>
                <a:lnTo>
                  <a:pt x="518215" y="604839"/>
                </a:lnTo>
                <a:lnTo>
                  <a:pt x="530208" y="616830"/>
                </a:lnTo>
                <a:lnTo>
                  <a:pt x="518215" y="628822"/>
                </a:lnTo>
                <a:close/>
              </a:path>
              <a:path w="628650" h="984250">
                <a:moveTo>
                  <a:pt x="518215" y="428959"/>
                </a:moveTo>
                <a:lnTo>
                  <a:pt x="506223" y="416967"/>
                </a:lnTo>
                <a:lnTo>
                  <a:pt x="518215" y="404975"/>
                </a:lnTo>
                <a:lnTo>
                  <a:pt x="530208" y="416967"/>
                </a:lnTo>
                <a:lnTo>
                  <a:pt x="518215" y="428959"/>
                </a:lnTo>
                <a:close/>
              </a:path>
              <a:path w="628650" h="984250">
                <a:moveTo>
                  <a:pt x="618148" y="527391"/>
                </a:moveTo>
                <a:lnTo>
                  <a:pt x="607655" y="516899"/>
                </a:lnTo>
                <a:lnTo>
                  <a:pt x="618148" y="506406"/>
                </a:lnTo>
                <a:lnTo>
                  <a:pt x="628640" y="516899"/>
                </a:lnTo>
                <a:lnTo>
                  <a:pt x="618148" y="527391"/>
                </a:lnTo>
                <a:close/>
              </a:path>
              <a:path w="628650" h="984250">
                <a:moveTo>
                  <a:pt x="518215" y="478924"/>
                </a:moveTo>
                <a:lnTo>
                  <a:pt x="506223" y="466933"/>
                </a:lnTo>
                <a:lnTo>
                  <a:pt x="518215" y="454941"/>
                </a:lnTo>
                <a:lnTo>
                  <a:pt x="530208" y="466933"/>
                </a:lnTo>
                <a:lnTo>
                  <a:pt x="518215" y="478924"/>
                </a:lnTo>
                <a:close/>
              </a:path>
              <a:path w="628650" h="984250">
                <a:moveTo>
                  <a:pt x="468249" y="629572"/>
                </a:moveTo>
                <a:lnTo>
                  <a:pt x="455508" y="616830"/>
                </a:lnTo>
                <a:lnTo>
                  <a:pt x="468249" y="604090"/>
                </a:lnTo>
                <a:lnTo>
                  <a:pt x="480991" y="616830"/>
                </a:lnTo>
                <a:lnTo>
                  <a:pt x="468249" y="629572"/>
                </a:lnTo>
                <a:close/>
              </a:path>
              <a:path w="628650" h="984250">
                <a:moveTo>
                  <a:pt x="468249" y="579606"/>
                </a:moveTo>
                <a:lnTo>
                  <a:pt x="455508" y="566865"/>
                </a:lnTo>
                <a:lnTo>
                  <a:pt x="468249" y="554123"/>
                </a:lnTo>
                <a:lnTo>
                  <a:pt x="480991" y="566865"/>
                </a:lnTo>
                <a:lnTo>
                  <a:pt x="468249" y="579606"/>
                </a:lnTo>
                <a:close/>
              </a:path>
              <a:path w="628650" h="984250">
                <a:moveTo>
                  <a:pt x="468249" y="679539"/>
                </a:moveTo>
                <a:lnTo>
                  <a:pt x="455508" y="666797"/>
                </a:lnTo>
                <a:lnTo>
                  <a:pt x="468249" y="654056"/>
                </a:lnTo>
                <a:lnTo>
                  <a:pt x="480991" y="666797"/>
                </a:lnTo>
                <a:lnTo>
                  <a:pt x="468249" y="679539"/>
                </a:lnTo>
                <a:close/>
              </a:path>
              <a:path w="628650" h="984250">
                <a:moveTo>
                  <a:pt x="518215" y="528890"/>
                </a:moveTo>
                <a:lnTo>
                  <a:pt x="506223" y="516899"/>
                </a:lnTo>
                <a:lnTo>
                  <a:pt x="518215" y="504907"/>
                </a:lnTo>
                <a:lnTo>
                  <a:pt x="530208" y="516899"/>
                </a:lnTo>
                <a:lnTo>
                  <a:pt x="518215" y="528890"/>
                </a:lnTo>
                <a:close/>
              </a:path>
              <a:path w="628650" h="984250">
                <a:moveTo>
                  <a:pt x="518215" y="378993"/>
                </a:moveTo>
                <a:lnTo>
                  <a:pt x="506223" y="367001"/>
                </a:lnTo>
                <a:lnTo>
                  <a:pt x="518215" y="355009"/>
                </a:lnTo>
                <a:lnTo>
                  <a:pt x="530208" y="367001"/>
                </a:lnTo>
                <a:lnTo>
                  <a:pt x="518215" y="378993"/>
                </a:lnTo>
                <a:close/>
              </a:path>
              <a:path w="628650" h="984250">
                <a:moveTo>
                  <a:pt x="568182" y="528141"/>
                </a:moveTo>
                <a:lnTo>
                  <a:pt x="556939" y="516899"/>
                </a:lnTo>
                <a:lnTo>
                  <a:pt x="568182" y="505656"/>
                </a:lnTo>
                <a:lnTo>
                  <a:pt x="579424" y="516899"/>
                </a:lnTo>
                <a:lnTo>
                  <a:pt x="568182" y="528141"/>
                </a:lnTo>
                <a:close/>
              </a:path>
              <a:path w="628650" h="984250">
                <a:moveTo>
                  <a:pt x="568182" y="578108"/>
                </a:moveTo>
                <a:lnTo>
                  <a:pt x="556939" y="566865"/>
                </a:lnTo>
                <a:lnTo>
                  <a:pt x="568182" y="555622"/>
                </a:lnTo>
                <a:lnTo>
                  <a:pt x="579424" y="566865"/>
                </a:lnTo>
                <a:lnTo>
                  <a:pt x="568182" y="578108"/>
                </a:lnTo>
                <a:close/>
              </a:path>
              <a:path w="628650" h="984250">
                <a:moveTo>
                  <a:pt x="568182" y="478175"/>
                </a:moveTo>
                <a:lnTo>
                  <a:pt x="556939" y="466933"/>
                </a:lnTo>
                <a:lnTo>
                  <a:pt x="568182" y="455690"/>
                </a:lnTo>
                <a:lnTo>
                  <a:pt x="579424" y="466933"/>
                </a:lnTo>
                <a:lnTo>
                  <a:pt x="568182" y="478175"/>
                </a:lnTo>
                <a:close/>
              </a:path>
              <a:path w="628650" h="984250">
                <a:moveTo>
                  <a:pt x="468249" y="529640"/>
                </a:moveTo>
                <a:lnTo>
                  <a:pt x="455508" y="516899"/>
                </a:lnTo>
                <a:lnTo>
                  <a:pt x="468249" y="504157"/>
                </a:lnTo>
                <a:lnTo>
                  <a:pt x="480991" y="516899"/>
                </a:lnTo>
                <a:lnTo>
                  <a:pt x="468249" y="529640"/>
                </a:lnTo>
                <a:close/>
              </a:path>
              <a:path w="628650" h="984250">
                <a:moveTo>
                  <a:pt x="568182" y="428209"/>
                </a:moveTo>
                <a:lnTo>
                  <a:pt x="556939" y="416967"/>
                </a:lnTo>
                <a:lnTo>
                  <a:pt x="568182" y="405724"/>
                </a:lnTo>
                <a:lnTo>
                  <a:pt x="579424" y="416967"/>
                </a:lnTo>
                <a:lnTo>
                  <a:pt x="568182" y="428209"/>
                </a:lnTo>
                <a:close/>
              </a:path>
              <a:path w="628650" h="984250">
                <a:moveTo>
                  <a:pt x="518215" y="578856"/>
                </a:moveTo>
                <a:lnTo>
                  <a:pt x="506223" y="566865"/>
                </a:lnTo>
                <a:lnTo>
                  <a:pt x="518215" y="554873"/>
                </a:lnTo>
                <a:lnTo>
                  <a:pt x="530208" y="566865"/>
                </a:lnTo>
                <a:lnTo>
                  <a:pt x="518215" y="578856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4914" y="5146153"/>
            <a:ext cx="1933267" cy="190417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6354967" y="5580706"/>
            <a:ext cx="628650" cy="984250"/>
          </a:xfrm>
          <a:custGeom>
            <a:avLst/>
            <a:gdLst/>
            <a:ahLst/>
            <a:cxnLst/>
            <a:rect l="l" t="t" r="r" b="b"/>
            <a:pathLst>
              <a:path w="628650" h="984250">
                <a:moveTo>
                  <a:pt x="510153" y="898640"/>
                </a:moveTo>
                <a:lnTo>
                  <a:pt x="528141" y="916627"/>
                </a:lnTo>
                <a:lnTo>
                  <a:pt x="510153" y="934615"/>
                </a:lnTo>
                <a:lnTo>
                  <a:pt x="492165" y="916627"/>
                </a:lnTo>
                <a:lnTo>
                  <a:pt x="510153" y="898640"/>
                </a:lnTo>
                <a:close/>
              </a:path>
              <a:path w="628650" h="984250">
                <a:moveTo>
                  <a:pt x="510153" y="798707"/>
                </a:moveTo>
                <a:lnTo>
                  <a:pt x="528141" y="816695"/>
                </a:lnTo>
                <a:lnTo>
                  <a:pt x="510153" y="834683"/>
                </a:lnTo>
                <a:lnTo>
                  <a:pt x="492165" y="816695"/>
                </a:lnTo>
                <a:lnTo>
                  <a:pt x="510153" y="798707"/>
                </a:lnTo>
                <a:close/>
              </a:path>
              <a:path w="628650" h="984250">
                <a:moveTo>
                  <a:pt x="510153" y="848673"/>
                </a:moveTo>
                <a:lnTo>
                  <a:pt x="528141" y="866662"/>
                </a:lnTo>
                <a:lnTo>
                  <a:pt x="510153" y="884649"/>
                </a:lnTo>
                <a:lnTo>
                  <a:pt x="492165" y="866662"/>
                </a:lnTo>
                <a:lnTo>
                  <a:pt x="510153" y="848673"/>
                </a:lnTo>
                <a:close/>
              </a:path>
              <a:path w="628650" h="984250">
                <a:moveTo>
                  <a:pt x="457710" y="652035"/>
                </a:moveTo>
                <a:lnTo>
                  <a:pt x="474954" y="669270"/>
                </a:lnTo>
                <a:lnTo>
                  <a:pt x="460187" y="684035"/>
                </a:lnTo>
                <a:lnTo>
                  <a:pt x="442948" y="666797"/>
                </a:lnTo>
                <a:lnTo>
                  <a:pt x="457710" y="652035"/>
                </a:lnTo>
                <a:close/>
              </a:path>
              <a:path w="628650" h="984250">
                <a:moveTo>
                  <a:pt x="460187" y="699525"/>
                </a:moveTo>
                <a:lnTo>
                  <a:pt x="477425" y="716763"/>
                </a:lnTo>
                <a:lnTo>
                  <a:pt x="460187" y="734001"/>
                </a:lnTo>
                <a:lnTo>
                  <a:pt x="442948" y="716763"/>
                </a:lnTo>
                <a:lnTo>
                  <a:pt x="460187" y="699525"/>
                </a:lnTo>
                <a:close/>
              </a:path>
              <a:path w="628650" h="984250">
                <a:moveTo>
                  <a:pt x="510153" y="748741"/>
                </a:moveTo>
                <a:lnTo>
                  <a:pt x="528141" y="766729"/>
                </a:lnTo>
                <a:lnTo>
                  <a:pt x="510153" y="784717"/>
                </a:lnTo>
                <a:lnTo>
                  <a:pt x="492165" y="766729"/>
                </a:lnTo>
                <a:lnTo>
                  <a:pt x="510153" y="748741"/>
                </a:lnTo>
                <a:close/>
              </a:path>
              <a:path w="628650" h="984250">
                <a:moveTo>
                  <a:pt x="560119" y="797958"/>
                </a:moveTo>
                <a:lnTo>
                  <a:pt x="578856" y="816695"/>
                </a:lnTo>
                <a:lnTo>
                  <a:pt x="560119" y="835432"/>
                </a:lnTo>
                <a:lnTo>
                  <a:pt x="541382" y="816695"/>
                </a:lnTo>
                <a:lnTo>
                  <a:pt x="560119" y="797958"/>
                </a:lnTo>
                <a:close/>
              </a:path>
              <a:path w="628650" h="984250">
                <a:moveTo>
                  <a:pt x="507311" y="701618"/>
                </a:moveTo>
                <a:lnTo>
                  <a:pt x="525301" y="719603"/>
                </a:lnTo>
                <a:lnTo>
                  <a:pt x="510153" y="734751"/>
                </a:lnTo>
                <a:lnTo>
                  <a:pt x="492165" y="716763"/>
                </a:lnTo>
                <a:lnTo>
                  <a:pt x="507311" y="701618"/>
                </a:lnTo>
                <a:close/>
              </a:path>
              <a:path w="628650" h="984250">
                <a:moveTo>
                  <a:pt x="408101" y="602461"/>
                </a:moveTo>
                <a:lnTo>
                  <a:pt x="424596" y="618945"/>
                </a:lnTo>
                <a:lnTo>
                  <a:pt x="410221" y="633320"/>
                </a:lnTo>
                <a:lnTo>
                  <a:pt x="393732" y="616830"/>
                </a:lnTo>
                <a:lnTo>
                  <a:pt x="408101" y="602461"/>
                </a:lnTo>
                <a:close/>
              </a:path>
              <a:path w="628650" h="984250">
                <a:moveTo>
                  <a:pt x="460187" y="899389"/>
                </a:moveTo>
                <a:lnTo>
                  <a:pt x="477425" y="916627"/>
                </a:lnTo>
                <a:lnTo>
                  <a:pt x="460187" y="933866"/>
                </a:lnTo>
                <a:lnTo>
                  <a:pt x="442948" y="916627"/>
                </a:lnTo>
                <a:lnTo>
                  <a:pt x="460187" y="899389"/>
                </a:lnTo>
                <a:close/>
              </a:path>
              <a:path w="628650" h="984250">
                <a:moveTo>
                  <a:pt x="560119" y="847924"/>
                </a:moveTo>
                <a:lnTo>
                  <a:pt x="578856" y="866662"/>
                </a:lnTo>
                <a:lnTo>
                  <a:pt x="560119" y="885398"/>
                </a:lnTo>
                <a:lnTo>
                  <a:pt x="541382" y="866662"/>
                </a:lnTo>
                <a:lnTo>
                  <a:pt x="560119" y="847924"/>
                </a:lnTo>
                <a:close/>
              </a:path>
              <a:path w="628650" h="984250">
                <a:moveTo>
                  <a:pt x="410221" y="650308"/>
                </a:moveTo>
                <a:lnTo>
                  <a:pt x="426709" y="666797"/>
                </a:lnTo>
                <a:lnTo>
                  <a:pt x="410221" y="683286"/>
                </a:lnTo>
                <a:lnTo>
                  <a:pt x="393732" y="666797"/>
                </a:lnTo>
                <a:lnTo>
                  <a:pt x="410221" y="650308"/>
                </a:lnTo>
                <a:close/>
              </a:path>
              <a:path w="628650" h="984250">
                <a:moveTo>
                  <a:pt x="410221" y="700274"/>
                </a:moveTo>
                <a:lnTo>
                  <a:pt x="426709" y="716763"/>
                </a:lnTo>
                <a:lnTo>
                  <a:pt x="410221" y="733252"/>
                </a:lnTo>
                <a:lnTo>
                  <a:pt x="393732" y="716763"/>
                </a:lnTo>
                <a:lnTo>
                  <a:pt x="410221" y="700274"/>
                </a:lnTo>
                <a:close/>
              </a:path>
              <a:path w="628650" h="984250">
                <a:moveTo>
                  <a:pt x="460187" y="799457"/>
                </a:moveTo>
                <a:lnTo>
                  <a:pt x="477425" y="816695"/>
                </a:lnTo>
                <a:lnTo>
                  <a:pt x="460187" y="833933"/>
                </a:lnTo>
                <a:lnTo>
                  <a:pt x="442948" y="816695"/>
                </a:lnTo>
                <a:lnTo>
                  <a:pt x="460187" y="799457"/>
                </a:lnTo>
                <a:close/>
              </a:path>
              <a:path w="628650" h="984250">
                <a:moveTo>
                  <a:pt x="460187" y="949355"/>
                </a:moveTo>
                <a:lnTo>
                  <a:pt x="477425" y="966594"/>
                </a:lnTo>
                <a:lnTo>
                  <a:pt x="460187" y="983832"/>
                </a:lnTo>
                <a:lnTo>
                  <a:pt x="442948" y="966594"/>
                </a:lnTo>
                <a:lnTo>
                  <a:pt x="460187" y="949355"/>
                </a:lnTo>
                <a:close/>
              </a:path>
              <a:path w="628650" h="984250">
                <a:moveTo>
                  <a:pt x="460187" y="749491"/>
                </a:moveTo>
                <a:lnTo>
                  <a:pt x="477425" y="766729"/>
                </a:lnTo>
                <a:lnTo>
                  <a:pt x="460187" y="783967"/>
                </a:lnTo>
                <a:lnTo>
                  <a:pt x="442948" y="766729"/>
                </a:lnTo>
                <a:lnTo>
                  <a:pt x="460187" y="749491"/>
                </a:lnTo>
                <a:close/>
              </a:path>
              <a:path w="628650" h="984250">
                <a:moveTo>
                  <a:pt x="460187" y="849423"/>
                </a:moveTo>
                <a:lnTo>
                  <a:pt x="477425" y="866662"/>
                </a:lnTo>
                <a:lnTo>
                  <a:pt x="460187" y="883900"/>
                </a:lnTo>
                <a:lnTo>
                  <a:pt x="442948" y="866662"/>
                </a:lnTo>
                <a:lnTo>
                  <a:pt x="460187" y="849423"/>
                </a:lnTo>
                <a:close/>
              </a:path>
              <a:path w="628650" h="984250">
                <a:moveTo>
                  <a:pt x="510153" y="49218"/>
                </a:moveTo>
                <a:lnTo>
                  <a:pt x="528141" y="67201"/>
                </a:lnTo>
                <a:lnTo>
                  <a:pt x="510153" y="85192"/>
                </a:lnTo>
                <a:lnTo>
                  <a:pt x="492165" y="67201"/>
                </a:lnTo>
                <a:lnTo>
                  <a:pt x="510153" y="49218"/>
                </a:lnTo>
                <a:close/>
              </a:path>
              <a:path w="628650" h="984250">
                <a:moveTo>
                  <a:pt x="310288" y="302044"/>
                </a:moveTo>
                <a:lnTo>
                  <a:pt x="325278" y="317034"/>
                </a:lnTo>
                <a:lnTo>
                  <a:pt x="310288" y="332024"/>
                </a:lnTo>
                <a:lnTo>
                  <a:pt x="295299" y="317034"/>
                </a:lnTo>
                <a:lnTo>
                  <a:pt x="310288" y="302044"/>
                </a:lnTo>
                <a:close/>
              </a:path>
              <a:path w="628650" h="984250">
                <a:moveTo>
                  <a:pt x="310288" y="401977"/>
                </a:moveTo>
                <a:lnTo>
                  <a:pt x="325278" y="416967"/>
                </a:lnTo>
                <a:lnTo>
                  <a:pt x="310288" y="431957"/>
                </a:lnTo>
                <a:lnTo>
                  <a:pt x="295299" y="416967"/>
                </a:lnTo>
                <a:lnTo>
                  <a:pt x="310288" y="401977"/>
                </a:lnTo>
                <a:close/>
              </a:path>
              <a:path w="628650" h="984250">
                <a:moveTo>
                  <a:pt x="556908" y="751203"/>
                </a:moveTo>
                <a:lnTo>
                  <a:pt x="575648" y="769938"/>
                </a:lnTo>
                <a:lnTo>
                  <a:pt x="560119" y="785467"/>
                </a:lnTo>
                <a:lnTo>
                  <a:pt x="541382" y="766729"/>
                </a:lnTo>
                <a:lnTo>
                  <a:pt x="556908" y="751203"/>
                </a:lnTo>
                <a:close/>
              </a:path>
              <a:path w="628650" h="984250">
                <a:moveTo>
                  <a:pt x="310288" y="252078"/>
                </a:moveTo>
                <a:lnTo>
                  <a:pt x="325278" y="267068"/>
                </a:lnTo>
                <a:lnTo>
                  <a:pt x="310288" y="282058"/>
                </a:lnTo>
                <a:lnTo>
                  <a:pt x="295299" y="267068"/>
                </a:lnTo>
                <a:lnTo>
                  <a:pt x="310288" y="252078"/>
                </a:lnTo>
                <a:close/>
              </a:path>
              <a:path w="628650" h="984250">
                <a:moveTo>
                  <a:pt x="308854" y="503344"/>
                </a:moveTo>
                <a:lnTo>
                  <a:pt x="323855" y="518322"/>
                </a:lnTo>
                <a:lnTo>
                  <a:pt x="310288" y="531888"/>
                </a:lnTo>
                <a:lnTo>
                  <a:pt x="295299" y="516899"/>
                </a:lnTo>
                <a:lnTo>
                  <a:pt x="308854" y="503344"/>
                </a:lnTo>
                <a:close/>
              </a:path>
              <a:path w="628650" h="984250">
                <a:moveTo>
                  <a:pt x="310288" y="451943"/>
                </a:moveTo>
                <a:lnTo>
                  <a:pt x="325278" y="466933"/>
                </a:lnTo>
                <a:lnTo>
                  <a:pt x="310288" y="481922"/>
                </a:lnTo>
                <a:lnTo>
                  <a:pt x="295299" y="466933"/>
                </a:lnTo>
                <a:lnTo>
                  <a:pt x="310288" y="451943"/>
                </a:lnTo>
                <a:close/>
              </a:path>
              <a:path w="628650" h="984250">
                <a:moveTo>
                  <a:pt x="310288" y="601842"/>
                </a:moveTo>
                <a:lnTo>
                  <a:pt x="325278" y="616830"/>
                </a:lnTo>
                <a:lnTo>
                  <a:pt x="310288" y="631821"/>
                </a:lnTo>
                <a:lnTo>
                  <a:pt x="295299" y="616830"/>
                </a:lnTo>
                <a:lnTo>
                  <a:pt x="310288" y="601842"/>
                </a:lnTo>
                <a:close/>
              </a:path>
              <a:path w="628650" h="984250">
                <a:moveTo>
                  <a:pt x="310288" y="551875"/>
                </a:moveTo>
                <a:lnTo>
                  <a:pt x="325278" y="566865"/>
                </a:lnTo>
                <a:lnTo>
                  <a:pt x="310288" y="581854"/>
                </a:lnTo>
                <a:lnTo>
                  <a:pt x="295299" y="566865"/>
                </a:lnTo>
                <a:lnTo>
                  <a:pt x="310288" y="551875"/>
                </a:lnTo>
                <a:close/>
              </a:path>
              <a:path w="628650" h="984250">
                <a:moveTo>
                  <a:pt x="310288" y="152146"/>
                </a:moveTo>
                <a:lnTo>
                  <a:pt x="325278" y="167136"/>
                </a:lnTo>
                <a:lnTo>
                  <a:pt x="310288" y="182126"/>
                </a:lnTo>
                <a:lnTo>
                  <a:pt x="295299" y="167136"/>
                </a:lnTo>
                <a:lnTo>
                  <a:pt x="310288" y="152146"/>
                </a:lnTo>
                <a:close/>
              </a:path>
              <a:path w="628650" h="984250">
                <a:moveTo>
                  <a:pt x="310288" y="352010"/>
                </a:moveTo>
                <a:lnTo>
                  <a:pt x="325278" y="367001"/>
                </a:lnTo>
                <a:lnTo>
                  <a:pt x="310288" y="381991"/>
                </a:lnTo>
                <a:lnTo>
                  <a:pt x="295299" y="367001"/>
                </a:lnTo>
                <a:lnTo>
                  <a:pt x="310288" y="352010"/>
                </a:lnTo>
                <a:close/>
              </a:path>
              <a:path w="628650" h="984250">
                <a:moveTo>
                  <a:pt x="310288" y="202112"/>
                </a:moveTo>
                <a:lnTo>
                  <a:pt x="325278" y="217102"/>
                </a:lnTo>
                <a:lnTo>
                  <a:pt x="310288" y="232092"/>
                </a:lnTo>
                <a:lnTo>
                  <a:pt x="295299" y="217102"/>
                </a:lnTo>
                <a:lnTo>
                  <a:pt x="310288" y="202112"/>
                </a:lnTo>
                <a:close/>
              </a:path>
              <a:path w="628650" h="984250">
                <a:moveTo>
                  <a:pt x="510153" y="99183"/>
                </a:moveTo>
                <a:lnTo>
                  <a:pt x="528141" y="117170"/>
                </a:lnTo>
                <a:lnTo>
                  <a:pt x="510153" y="135158"/>
                </a:lnTo>
                <a:lnTo>
                  <a:pt x="492165" y="117170"/>
                </a:lnTo>
                <a:lnTo>
                  <a:pt x="510153" y="99183"/>
                </a:lnTo>
                <a:close/>
              </a:path>
              <a:path w="628650" h="984250">
                <a:moveTo>
                  <a:pt x="560119" y="148399"/>
                </a:moveTo>
                <a:lnTo>
                  <a:pt x="578856" y="167136"/>
                </a:lnTo>
                <a:lnTo>
                  <a:pt x="560119" y="185874"/>
                </a:lnTo>
                <a:lnTo>
                  <a:pt x="541382" y="167136"/>
                </a:lnTo>
                <a:lnTo>
                  <a:pt x="560119" y="148399"/>
                </a:lnTo>
                <a:close/>
              </a:path>
              <a:path w="628650" h="984250">
                <a:moveTo>
                  <a:pt x="606506" y="800787"/>
                </a:moveTo>
                <a:lnTo>
                  <a:pt x="625995" y="820271"/>
                </a:lnTo>
                <a:lnTo>
                  <a:pt x="610085" y="836182"/>
                </a:lnTo>
                <a:lnTo>
                  <a:pt x="590598" y="816695"/>
                </a:lnTo>
                <a:lnTo>
                  <a:pt x="606506" y="800787"/>
                </a:lnTo>
                <a:close/>
              </a:path>
              <a:path w="628650" h="984250">
                <a:moveTo>
                  <a:pt x="560119" y="98433"/>
                </a:moveTo>
                <a:lnTo>
                  <a:pt x="578856" y="117170"/>
                </a:lnTo>
                <a:lnTo>
                  <a:pt x="560119" y="135908"/>
                </a:lnTo>
                <a:lnTo>
                  <a:pt x="541382" y="117170"/>
                </a:lnTo>
                <a:lnTo>
                  <a:pt x="560119" y="98433"/>
                </a:lnTo>
                <a:close/>
              </a:path>
              <a:path w="628650" h="984250">
                <a:moveTo>
                  <a:pt x="510153" y="199114"/>
                </a:moveTo>
                <a:lnTo>
                  <a:pt x="528141" y="217102"/>
                </a:lnTo>
                <a:lnTo>
                  <a:pt x="510153" y="235090"/>
                </a:lnTo>
                <a:lnTo>
                  <a:pt x="492165" y="217102"/>
                </a:lnTo>
                <a:lnTo>
                  <a:pt x="510153" y="199114"/>
                </a:lnTo>
                <a:close/>
              </a:path>
              <a:path w="628650" h="984250">
                <a:moveTo>
                  <a:pt x="510153" y="149148"/>
                </a:moveTo>
                <a:lnTo>
                  <a:pt x="528141" y="167136"/>
                </a:lnTo>
                <a:lnTo>
                  <a:pt x="510153" y="185124"/>
                </a:lnTo>
                <a:lnTo>
                  <a:pt x="492165" y="167136"/>
                </a:lnTo>
                <a:lnTo>
                  <a:pt x="510153" y="149148"/>
                </a:lnTo>
                <a:close/>
              </a:path>
              <a:path w="628650" h="984250">
                <a:moveTo>
                  <a:pt x="410221" y="750241"/>
                </a:moveTo>
                <a:lnTo>
                  <a:pt x="426709" y="766729"/>
                </a:lnTo>
                <a:lnTo>
                  <a:pt x="410221" y="783218"/>
                </a:lnTo>
                <a:lnTo>
                  <a:pt x="393732" y="766729"/>
                </a:lnTo>
                <a:lnTo>
                  <a:pt x="410221" y="750241"/>
                </a:lnTo>
                <a:close/>
              </a:path>
              <a:path w="628650" h="984250">
                <a:moveTo>
                  <a:pt x="510153" y="249080"/>
                </a:moveTo>
                <a:lnTo>
                  <a:pt x="527950" y="266878"/>
                </a:lnTo>
                <a:lnTo>
                  <a:pt x="509961" y="284864"/>
                </a:lnTo>
                <a:lnTo>
                  <a:pt x="492165" y="267068"/>
                </a:lnTo>
                <a:lnTo>
                  <a:pt x="510153" y="249080"/>
                </a:lnTo>
                <a:close/>
              </a:path>
              <a:path w="628650" h="984250">
                <a:moveTo>
                  <a:pt x="410221" y="150647"/>
                </a:moveTo>
                <a:lnTo>
                  <a:pt x="426709" y="167136"/>
                </a:lnTo>
                <a:lnTo>
                  <a:pt x="410221" y="183625"/>
                </a:lnTo>
                <a:lnTo>
                  <a:pt x="393732" y="167136"/>
                </a:lnTo>
                <a:lnTo>
                  <a:pt x="410221" y="150647"/>
                </a:lnTo>
                <a:close/>
              </a:path>
              <a:path w="628650" h="984250">
                <a:moveTo>
                  <a:pt x="410221" y="800207"/>
                </a:moveTo>
                <a:lnTo>
                  <a:pt x="426709" y="816695"/>
                </a:lnTo>
                <a:lnTo>
                  <a:pt x="410221" y="833184"/>
                </a:lnTo>
                <a:lnTo>
                  <a:pt x="393732" y="816695"/>
                </a:lnTo>
                <a:lnTo>
                  <a:pt x="410221" y="800207"/>
                </a:lnTo>
                <a:close/>
              </a:path>
              <a:path w="628650" h="984250">
                <a:moveTo>
                  <a:pt x="410221" y="50712"/>
                </a:moveTo>
                <a:lnTo>
                  <a:pt x="426709" y="67201"/>
                </a:lnTo>
                <a:lnTo>
                  <a:pt x="410221" y="83693"/>
                </a:lnTo>
                <a:lnTo>
                  <a:pt x="393732" y="67201"/>
                </a:lnTo>
                <a:lnTo>
                  <a:pt x="410221" y="50712"/>
                </a:lnTo>
                <a:close/>
              </a:path>
              <a:path w="628650" h="984250">
                <a:moveTo>
                  <a:pt x="410221" y="250580"/>
                </a:moveTo>
                <a:lnTo>
                  <a:pt x="426709" y="267068"/>
                </a:lnTo>
                <a:lnTo>
                  <a:pt x="410221" y="283557"/>
                </a:lnTo>
                <a:lnTo>
                  <a:pt x="393732" y="267068"/>
                </a:lnTo>
                <a:lnTo>
                  <a:pt x="410221" y="250580"/>
                </a:lnTo>
                <a:close/>
              </a:path>
              <a:path w="628650" h="984250">
                <a:moveTo>
                  <a:pt x="410221" y="100681"/>
                </a:moveTo>
                <a:lnTo>
                  <a:pt x="426709" y="117170"/>
                </a:lnTo>
                <a:lnTo>
                  <a:pt x="410221" y="133659"/>
                </a:lnTo>
                <a:lnTo>
                  <a:pt x="393732" y="117170"/>
                </a:lnTo>
                <a:lnTo>
                  <a:pt x="410221" y="100681"/>
                </a:lnTo>
                <a:close/>
              </a:path>
              <a:path w="628650" h="984250">
                <a:moveTo>
                  <a:pt x="460187" y="49965"/>
                </a:moveTo>
                <a:lnTo>
                  <a:pt x="477425" y="67201"/>
                </a:lnTo>
                <a:lnTo>
                  <a:pt x="460187" y="84442"/>
                </a:lnTo>
                <a:lnTo>
                  <a:pt x="442948" y="67201"/>
                </a:lnTo>
                <a:lnTo>
                  <a:pt x="460187" y="49965"/>
                </a:lnTo>
                <a:close/>
              </a:path>
              <a:path w="628650" h="984250">
                <a:moveTo>
                  <a:pt x="410221" y="350512"/>
                </a:moveTo>
                <a:lnTo>
                  <a:pt x="426709" y="367001"/>
                </a:lnTo>
                <a:lnTo>
                  <a:pt x="410221" y="383489"/>
                </a:lnTo>
                <a:lnTo>
                  <a:pt x="393732" y="367001"/>
                </a:lnTo>
                <a:lnTo>
                  <a:pt x="410221" y="350512"/>
                </a:lnTo>
                <a:close/>
              </a:path>
              <a:path w="628650" h="984250">
                <a:moveTo>
                  <a:pt x="410221" y="300546"/>
                </a:moveTo>
                <a:lnTo>
                  <a:pt x="426709" y="317034"/>
                </a:lnTo>
                <a:lnTo>
                  <a:pt x="410221" y="333523"/>
                </a:lnTo>
                <a:lnTo>
                  <a:pt x="393732" y="317034"/>
                </a:lnTo>
                <a:lnTo>
                  <a:pt x="410221" y="300546"/>
                </a:lnTo>
                <a:close/>
              </a:path>
              <a:path w="628650" h="984250">
                <a:moveTo>
                  <a:pt x="360254" y="151397"/>
                </a:moveTo>
                <a:lnTo>
                  <a:pt x="375994" y="167136"/>
                </a:lnTo>
                <a:lnTo>
                  <a:pt x="360254" y="182876"/>
                </a:lnTo>
                <a:lnTo>
                  <a:pt x="344516" y="167136"/>
                </a:lnTo>
                <a:lnTo>
                  <a:pt x="360254" y="151397"/>
                </a:lnTo>
                <a:close/>
              </a:path>
              <a:path w="628650" h="984250">
                <a:moveTo>
                  <a:pt x="360254" y="401227"/>
                </a:moveTo>
                <a:lnTo>
                  <a:pt x="375994" y="416967"/>
                </a:lnTo>
                <a:lnTo>
                  <a:pt x="360254" y="432706"/>
                </a:lnTo>
                <a:lnTo>
                  <a:pt x="344516" y="416967"/>
                </a:lnTo>
                <a:lnTo>
                  <a:pt x="360254" y="401227"/>
                </a:lnTo>
                <a:close/>
              </a:path>
              <a:path w="628650" h="984250">
                <a:moveTo>
                  <a:pt x="460187" y="0"/>
                </a:moveTo>
                <a:lnTo>
                  <a:pt x="477425" y="17235"/>
                </a:lnTo>
                <a:lnTo>
                  <a:pt x="460187" y="34479"/>
                </a:lnTo>
                <a:lnTo>
                  <a:pt x="442948" y="17235"/>
                </a:lnTo>
                <a:lnTo>
                  <a:pt x="460187" y="0"/>
                </a:lnTo>
                <a:close/>
              </a:path>
              <a:path w="628650" h="984250">
                <a:moveTo>
                  <a:pt x="360254" y="201363"/>
                </a:moveTo>
                <a:lnTo>
                  <a:pt x="375994" y="217102"/>
                </a:lnTo>
                <a:lnTo>
                  <a:pt x="360254" y="232842"/>
                </a:lnTo>
                <a:lnTo>
                  <a:pt x="344516" y="217102"/>
                </a:lnTo>
                <a:lnTo>
                  <a:pt x="360254" y="201363"/>
                </a:lnTo>
                <a:close/>
              </a:path>
              <a:path w="628650" h="984250">
                <a:moveTo>
                  <a:pt x="360254" y="101431"/>
                </a:moveTo>
                <a:lnTo>
                  <a:pt x="375994" y="117170"/>
                </a:lnTo>
                <a:lnTo>
                  <a:pt x="360254" y="132909"/>
                </a:lnTo>
                <a:lnTo>
                  <a:pt x="344516" y="117170"/>
                </a:lnTo>
                <a:lnTo>
                  <a:pt x="360254" y="101431"/>
                </a:lnTo>
                <a:close/>
              </a:path>
              <a:path w="628650" h="984250">
                <a:moveTo>
                  <a:pt x="360254" y="251329"/>
                </a:moveTo>
                <a:lnTo>
                  <a:pt x="375994" y="267068"/>
                </a:lnTo>
                <a:lnTo>
                  <a:pt x="360254" y="282808"/>
                </a:lnTo>
                <a:lnTo>
                  <a:pt x="344516" y="267068"/>
                </a:lnTo>
                <a:lnTo>
                  <a:pt x="360254" y="251329"/>
                </a:lnTo>
                <a:close/>
              </a:path>
              <a:path w="628650" h="984250">
                <a:moveTo>
                  <a:pt x="360254" y="351261"/>
                </a:moveTo>
                <a:lnTo>
                  <a:pt x="375994" y="367001"/>
                </a:lnTo>
                <a:lnTo>
                  <a:pt x="360254" y="382740"/>
                </a:lnTo>
                <a:lnTo>
                  <a:pt x="344516" y="367001"/>
                </a:lnTo>
                <a:lnTo>
                  <a:pt x="360254" y="351261"/>
                </a:lnTo>
                <a:close/>
              </a:path>
              <a:path w="628650" h="984250">
                <a:moveTo>
                  <a:pt x="360254" y="301295"/>
                </a:moveTo>
                <a:lnTo>
                  <a:pt x="375994" y="317034"/>
                </a:lnTo>
                <a:lnTo>
                  <a:pt x="360254" y="332773"/>
                </a:lnTo>
                <a:lnTo>
                  <a:pt x="344516" y="317034"/>
                </a:lnTo>
                <a:lnTo>
                  <a:pt x="360254" y="301295"/>
                </a:lnTo>
                <a:close/>
              </a:path>
              <a:path w="628650" h="984250">
                <a:moveTo>
                  <a:pt x="410221" y="200613"/>
                </a:moveTo>
                <a:lnTo>
                  <a:pt x="426709" y="217102"/>
                </a:lnTo>
                <a:lnTo>
                  <a:pt x="410221" y="233591"/>
                </a:lnTo>
                <a:lnTo>
                  <a:pt x="393732" y="217102"/>
                </a:lnTo>
                <a:lnTo>
                  <a:pt x="410221" y="200613"/>
                </a:lnTo>
                <a:close/>
              </a:path>
              <a:path w="628650" h="984250">
                <a:moveTo>
                  <a:pt x="360254" y="601092"/>
                </a:moveTo>
                <a:lnTo>
                  <a:pt x="375994" y="616830"/>
                </a:lnTo>
                <a:lnTo>
                  <a:pt x="360254" y="632570"/>
                </a:lnTo>
                <a:lnTo>
                  <a:pt x="344516" y="616830"/>
                </a:lnTo>
                <a:lnTo>
                  <a:pt x="360254" y="601092"/>
                </a:lnTo>
                <a:close/>
              </a:path>
              <a:path w="628650" h="984250">
                <a:moveTo>
                  <a:pt x="360254" y="651058"/>
                </a:moveTo>
                <a:lnTo>
                  <a:pt x="375994" y="666797"/>
                </a:lnTo>
                <a:lnTo>
                  <a:pt x="360254" y="682536"/>
                </a:lnTo>
                <a:lnTo>
                  <a:pt x="344516" y="666797"/>
                </a:lnTo>
                <a:lnTo>
                  <a:pt x="360254" y="651058"/>
                </a:lnTo>
                <a:close/>
              </a:path>
              <a:path w="628650" h="984250">
                <a:moveTo>
                  <a:pt x="360254" y="701024"/>
                </a:moveTo>
                <a:lnTo>
                  <a:pt x="375994" y="716763"/>
                </a:lnTo>
                <a:lnTo>
                  <a:pt x="360254" y="732503"/>
                </a:lnTo>
                <a:lnTo>
                  <a:pt x="344516" y="716763"/>
                </a:lnTo>
                <a:lnTo>
                  <a:pt x="360254" y="701024"/>
                </a:lnTo>
                <a:close/>
              </a:path>
              <a:path w="628650" h="984250">
                <a:moveTo>
                  <a:pt x="460187" y="99931"/>
                </a:moveTo>
                <a:lnTo>
                  <a:pt x="477425" y="117170"/>
                </a:lnTo>
                <a:lnTo>
                  <a:pt x="460187" y="134408"/>
                </a:lnTo>
                <a:lnTo>
                  <a:pt x="442948" y="117170"/>
                </a:lnTo>
                <a:lnTo>
                  <a:pt x="460187" y="99931"/>
                </a:lnTo>
                <a:close/>
              </a:path>
              <a:path w="628650" h="984250">
                <a:moveTo>
                  <a:pt x="358482" y="552898"/>
                </a:moveTo>
                <a:lnTo>
                  <a:pt x="374233" y="568626"/>
                </a:lnTo>
                <a:lnTo>
                  <a:pt x="360254" y="582604"/>
                </a:lnTo>
                <a:lnTo>
                  <a:pt x="344516" y="566865"/>
                </a:lnTo>
                <a:lnTo>
                  <a:pt x="358482" y="552898"/>
                </a:lnTo>
                <a:close/>
              </a:path>
              <a:path w="628650" h="984250">
                <a:moveTo>
                  <a:pt x="410221" y="900139"/>
                </a:moveTo>
                <a:lnTo>
                  <a:pt x="426709" y="916627"/>
                </a:lnTo>
                <a:lnTo>
                  <a:pt x="410221" y="933116"/>
                </a:lnTo>
                <a:lnTo>
                  <a:pt x="393732" y="916627"/>
                </a:lnTo>
                <a:lnTo>
                  <a:pt x="410221" y="900139"/>
                </a:lnTo>
                <a:close/>
              </a:path>
              <a:path w="628650" h="984250">
                <a:moveTo>
                  <a:pt x="360254" y="850922"/>
                </a:moveTo>
                <a:lnTo>
                  <a:pt x="375994" y="866662"/>
                </a:lnTo>
                <a:lnTo>
                  <a:pt x="360254" y="882400"/>
                </a:lnTo>
                <a:lnTo>
                  <a:pt x="344516" y="866662"/>
                </a:lnTo>
                <a:lnTo>
                  <a:pt x="360254" y="850922"/>
                </a:lnTo>
                <a:close/>
              </a:path>
              <a:path w="628650" h="984250">
                <a:moveTo>
                  <a:pt x="410221" y="850173"/>
                </a:moveTo>
                <a:lnTo>
                  <a:pt x="426709" y="866662"/>
                </a:lnTo>
                <a:lnTo>
                  <a:pt x="410221" y="883150"/>
                </a:lnTo>
                <a:lnTo>
                  <a:pt x="393732" y="866662"/>
                </a:lnTo>
                <a:lnTo>
                  <a:pt x="410221" y="850173"/>
                </a:lnTo>
                <a:close/>
              </a:path>
              <a:path w="628650" h="984250">
                <a:moveTo>
                  <a:pt x="360254" y="750990"/>
                </a:moveTo>
                <a:lnTo>
                  <a:pt x="375994" y="766729"/>
                </a:lnTo>
                <a:lnTo>
                  <a:pt x="360254" y="782469"/>
                </a:lnTo>
                <a:lnTo>
                  <a:pt x="344516" y="766729"/>
                </a:lnTo>
                <a:lnTo>
                  <a:pt x="360254" y="750990"/>
                </a:lnTo>
                <a:close/>
              </a:path>
              <a:path w="628650" h="984250">
                <a:moveTo>
                  <a:pt x="360254" y="800956"/>
                </a:moveTo>
                <a:lnTo>
                  <a:pt x="375994" y="816695"/>
                </a:lnTo>
                <a:lnTo>
                  <a:pt x="360254" y="832435"/>
                </a:lnTo>
                <a:lnTo>
                  <a:pt x="344516" y="816695"/>
                </a:lnTo>
                <a:lnTo>
                  <a:pt x="360254" y="800956"/>
                </a:lnTo>
                <a:close/>
              </a:path>
              <a:path w="628650" h="984250">
                <a:moveTo>
                  <a:pt x="460187" y="249830"/>
                </a:moveTo>
                <a:lnTo>
                  <a:pt x="477425" y="267068"/>
                </a:lnTo>
                <a:lnTo>
                  <a:pt x="460187" y="284307"/>
                </a:lnTo>
                <a:lnTo>
                  <a:pt x="442948" y="267068"/>
                </a:lnTo>
                <a:lnTo>
                  <a:pt x="460187" y="249830"/>
                </a:lnTo>
                <a:close/>
              </a:path>
              <a:path w="628650" h="984250">
                <a:moveTo>
                  <a:pt x="460187" y="299796"/>
                </a:moveTo>
                <a:lnTo>
                  <a:pt x="477425" y="317034"/>
                </a:lnTo>
                <a:lnTo>
                  <a:pt x="460187" y="334273"/>
                </a:lnTo>
                <a:lnTo>
                  <a:pt x="442948" y="317034"/>
                </a:lnTo>
                <a:lnTo>
                  <a:pt x="460187" y="299796"/>
                </a:lnTo>
                <a:close/>
              </a:path>
              <a:path w="628650" h="984250">
                <a:moveTo>
                  <a:pt x="460187" y="149898"/>
                </a:moveTo>
                <a:lnTo>
                  <a:pt x="477425" y="167136"/>
                </a:lnTo>
                <a:lnTo>
                  <a:pt x="460187" y="184374"/>
                </a:lnTo>
                <a:lnTo>
                  <a:pt x="442948" y="167136"/>
                </a:lnTo>
                <a:lnTo>
                  <a:pt x="460187" y="149898"/>
                </a:lnTo>
                <a:close/>
              </a:path>
              <a:path w="628650" h="984250">
                <a:moveTo>
                  <a:pt x="460187" y="199864"/>
                </a:moveTo>
                <a:lnTo>
                  <a:pt x="477425" y="217102"/>
                </a:lnTo>
                <a:lnTo>
                  <a:pt x="460187" y="234340"/>
                </a:lnTo>
                <a:lnTo>
                  <a:pt x="442948" y="217102"/>
                </a:lnTo>
                <a:lnTo>
                  <a:pt x="460187" y="199864"/>
                </a:lnTo>
                <a:close/>
              </a:path>
              <a:path w="628650" h="984250">
                <a:moveTo>
                  <a:pt x="610085" y="147649"/>
                </a:moveTo>
                <a:lnTo>
                  <a:pt x="628640" y="166204"/>
                </a:lnTo>
                <a:lnTo>
                  <a:pt x="609152" y="185690"/>
                </a:lnTo>
                <a:lnTo>
                  <a:pt x="590598" y="167136"/>
                </a:lnTo>
                <a:lnTo>
                  <a:pt x="610085" y="147649"/>
                </a:lnTo>
                <a:close/>
              </a:path>
              <a:path w="628650" h="984250">
                <a:moveTo>
                  <a:pt x="310288" y="651807"/>
                </a:moveTo>
                <a:lnTo>
                  <a:pt x="325278" y="666797"/>
                </a:lnTo>
                <a:lnTo>
                  <a:pt x="310288" y="681787"/>
                </a:lnTo>
                <a:lnTo>
                  <a:pt x="295299" y="666797"/>
                </a:lnTo>
                <a:lnTo>
                  <a:pt x="310288" y="651807"/>
                </a:lnTo>
                <a:close/>
              </a:path>
              <a:path w="628650" h="984250">
                <a:moveTo>
                  <a:pt x="560119" y="198365"/>
                </a:moveTo>
                <a:lnTo>
                  <a:pt x="578295" y="216541"/>
                </a:lnTo>
                <a:lnTo>
                  <a:pt x="559557" y="235278"/>
                </a:lnTo>
                <a:lnTo>
                  <a:pt x="541382" y="217102"/>
                </a:lnTo>
                <a:lnTo>
                  <a:pt x="560119" y="198365"/>
                </a:lnTo>
                <a:close/>
              </a:path>
              <a:path w="628650" h="984250">
                <a:moveTo>
                  <a:pt x="160391" y="554124"/>
                </a:moveTo>
                <a:lnTo>
                  <a:pt x="173131" y="566865"/>
                </a:lnTo>
                <a:lnTo>
                  <a:pt x="160391" y="579606"/>
                </a:lnTo>
                <a:lnTo>
                  <a:pt x="147649" y="566865"/>
                </a:lnTo>
                <a:lnTo>
                  <a:pt x="160391" y="554124"/>
                </a:lnTo>
                <a:close/>
              </a:path>
              <a:path w="628650" h="984250">
                <a:moveTo>
                  <a:pt x="210356" y="603340"/>
                </a:moveTo>
                <a:lnTo>
                  <a:pt x="223847" y="616830"/>
                </a:lnTo>
                <a:lnTo>
                  <a:pt x="210356" y="630322"/>
                </a:lnTo>
                <a:lnTo>
                  <a:pt x="196865" y="616830"/>
                </a:lnTo>
                <a:lnTo>
                  <a:pt x="210356" y="603340"/>
                </a:lnTo>
                <a:close/>
              </a:path>
              <a:path w="628650" h="984250">
                <a:moveTo>
                  <a:pt x="210356" y="703272"/>
                </a:moveTo>
                <a:lnTo>
                  <a:pt x="223847" y="716763"/>
                </a:lnTo>
                <a:lnTo>
                  <a:pt x="210356" y="730254"/>
                </a:lnTo>
                <a:lnTo>
                  <a:pt x="196865" y="716763"/>
                </a:lnTo>
                <a:lnTo>
                  <a:pt x="210356" y="703272"/>
                </a:lnTo>
                <a:close/>
              </a:path>
              <a:path w="628650" h="984250">
                <a:moveTo>
                  <a:pt x="210356" y="503408"/>
                </a:moveTo>
                <a:lnTo>
                  <a:pt x="223847" y="516899"/>
                </a:lnTo>
                <a:lnTo>
                  <a:pt x="210356" y="530390"/>
                </a:lnTo>
                <a:lnTo>
                  <a:pt x="196865" y="516899"/>
                </a:lnTo>
                <a:lnTo>
                  <a:pt x="210356" y="503408"/>
                </a:lnTo>
                <a:close/>
              </a:path>
              <a:path w="628650" h="984250">
                <a:moveTo>
                  <a:pt x="210356" y="553374"/>
                </a:moveTo>
                <a:lnTo>
                  <a:pt x="223847" y="566865"/>
                </a:lnTo>
                <a:lnTo>
                  <a:pt x="210356" y="580356"/>
                </a:lnTo>
                <a:lnTo>
                  <a:pt x="196865" y="566865"/>
                </a:lnTo>
                <a:lnTo>
                  <a:pt x="210356" y="553374"/>
                </a:lnTo>
                <a:close/>
              </a:path>
              <a:path w="628650" h="984250">
                <a:moveTo>
                  <a:pt x="260322" y="302794"/>
                </a:moveTo>
                <a:lnTo>
                  <a:pt x="274562" y="317034"/>
                </a:lnTo>
                <a:lnTo>
                  <a:pt x="260322" y="331275"/>
                </a:lnTo>
                <a:lnTo>
                  <a:pt x="246082" y="317034"/>
                </a:lnTo>
                <a:lnTo>
                  <a:pt x="260322" y="302794"/>
                </a:lnTo>
                <a:close/>
              </a:path>
              <a:path w="628650" h="984250">
                <a:moveTo>
                  <a:pt x="260322" y="202862"/>
                </a:moveTo>
                <a:lnTo>
                  <a:pt x="274562" y="217102"/>
                </a:lnTo>
                <a:lnTo>
                  <a:pt x="260322" y="231342"/>
                </a:lnTo>
                <a:lnTo>
                  <a:pt x="246082" y="217102"/>
                </a:lnTo>
                <a:lnTo>
                  <a:pt x="260322" y="202862"/>
                </a:lnTo>
                <a:close/>
              </a:path>
              <a:path w="628650" h="984250">
                <a:moveTo>
                  <a:pt x="260322" y="252828"/>
                </a:moveTo>
                <a:lnTo>
                  <a:pt x="274562" y="267068"/>
                </a:lnTo>
                <a:lnTo>
                  <a:pt x="260322" y="281309"/>
                </a:lnTo>
                <a:lnTo>
                  <a:pt x="246082" y="267068"/>
                </a:lnTo>
                <a:lnTo>
                  <a:pt x="260322" y="252828"/>
                </a:lnTo>
                <a:close/>
              </a:path>
              <a:path w="628650" h="984250">
                <a:moveTo>
                  <a:pt x="210356" y="653306"/>
                </a:moveTo>
                <a:lnTo>
                  <a:pt x="223847" y="666797"/>
                </a:lnTo>
                <a:lnTo>
                  <a:pt x="210356" y="680288"/>
                </a:lnTo>
                <a:lnTo>
                  <a:pt x="196865" y="666797"/>
                </a:lnTo>
                <a:lnTo>
                  <a:pt x="210356" y="653306"/>
                </a:lnTo>
                <a:close/>
              </a:path>
              <a:path w="628650" h="984250">
                <a:moveTo>
                  <a:pt x="210356" y="453441"/>
                </a:moveTo>
                <a:lnTo>
                  <a:pt x="223847" y="466933"/>
                </a:lnTo>
                <a:lnTo>
                  <a:pt x="210356" y="480424"/>
                </a:lnTo>
                <a:lnTo>
                  <a:pt x="196865" y="466933"/>
                </a:lnTo>
                <a:lnTo>
                  <a:pt x="210356" y="453441"/>
                </a:lnTo>
                <a:close/>
              </a:path>
              <a:path w="628650" h="984250">
                <a:moveTo>
                  <a:pt x="210356" y="303544"/>
                </a:moveTo>
                <a:lnTo>
                  <a:pt x="223847" y="317034"/>
                </a:lnTo>
                <a:lnTo>
                  <a:pt x="210356" y="330525"/>
                </a:lnTo>
                <a:lnTo>
                  <a:pt x="196865" y="317034"/>
                </a:lnTo>
                <a:lnTo>
                  <a:pt x="210356" y="303544"/>
                </a:lnTo>
                <a:close/>
              </a:path>
              <a:path w="628650" h="984250">
                <a:moveTo>
                  <a:pt x="160391" y="654056"/>
                </a:moveTo>
                <a:lnTo>
                  <a:pt x="173131" y="666797"/>
                </a:lnTo>
                <a:lnTo>
                  <a:pt x="160391" y="679539"/>
                </a:lnTo>
                <a:lnTo>
                  <a:pt x="147649" y="666797"/>
                </a:lnTo>
                <a:lnTo>
                  <a:pt x="160391" y="654056"/>
                </a:lnTo>
                <a:close/>
              </a:path>
              <a:path w="628650" h="984250">
                <a:moveTo>
                  <a:pt x="160391" y="604090"/>
                </a:moveTo>
                <a:lnTo>
                  <a:pt x="173131" y="616830"/>
                </a:lnTo>
                <a:lnTo>
                  <a:pt x="160391" y="629572"/>
                </a:lnTo>
                <a:lnTo>
                  <a:pt x="147649" y="616830"/>
                </a:lnTo>
                <a:lnTo>
                  <a:pt x="160391" y="604090"/>
                </a:lnTo>
                <a:close/>
              </a:path>
              <a:path w="628650" h="984250">
                <a:moveTo>
                  <a:pt x="160391" y="504157"/>
                </a:moveTo>
                <a:lnTo>
                  <a:pt x="173131" y="516899"/>
                </a:lnTo>
                <a:lnTo>
                  <a:pt x="160391" y="529640"/>
                </a:lnTo>
                <a:lnTo>
                  <a:pt x="147649" y="516899"/>
                </a:lnTo>
                <a:lnTo>
                  <a:pt x="160391" y="504157"/>
                </a:lnTo>
                <a:close/>
              </a:path>
              <a:path w="628650" h="984250">
                <a:moveTo>
                  <a:pt x="210356" y="253578"/>
                </a:moveTo>
                <a:lnTo>
                  <a:pt x="223847" y="267068"/>
                </a:lnTo>
                <a:lnTo>
                  <a:pt x="210356" y="280559"/>
                </a:lnTo>
                <a:lnTo>
                  <a:pt x="196865" y="267068"/>
                </a:lnTo>
                <a:lnTo>
                  <a:pt x="210356" y="253578"/>
                </a:lnTo>
                <a:close/>
              </a:path>
              <a:path w="628650" h="984250">
                <a:moveTo>
                  <a:pt x="210356" y="403475"/>
                </a:moveTo>
                <a:lnTo>
                  <a:pt x="223847" y="416967"/>
                </a:lnTo>
                <a:lnTo>
                  <a:pt x="210356" y="430457"/>
                </a:lnTo>
                <a:lnTo>
                  <a:pt x="196865" y="416967"/>
                </a:lnTo>
                <a:lnTo>
                  <a:pt x="210356" y="403475"/>
                </a:lnTo>
                <a:close/>
              </a:path>
              <a:path w="628650" h="984250">
                <a:moveTo>
                  <a:pt x="210356" y="353510"/>
                </a:moveTo>
                <a:lnTo>
                  <a:pt x="223847" y="367001"/>
                </a:lnTo>
                <a:lnTo>
                  <a:pt x="210356" y="380491"/>
                </a:lnTo>
                <a:lnTo>
                  <a:pt x="196865" y="367001"/>
                </a:lnTo>
                <a:lnTo>
                  <a:pt x="210356" y="353510"/>
                </a:lnTo>
                <a:close/>
              </a:path>
              <a:path w="628650" h="984250">
                <a:moveTo>
                  <a:pt x="260322" y="352760"/>
                </a:moveTo>
                <a:lnTo>
                  <a:pt x="274562" y="367001"/>
                </a:lnTo>
                <a:lnTo>
                  <a:pt x="260322" y="381241"/>
                </a:lnTo>
                <a:lnTo>
                  <a:pt x="246082" y="367001"/>
                </a:lnTo>
                <a:lnTo>
                  <a:pt x="260322" y="352760"/>
                </a:lnTo>
                <a:close/>
              </a:path>
              <a:path w="628650" h="984250">
                <a:moveTo>
                  <a:pt x="260322" y="502659"/>
                </a:moveTo>
                <a:lnTo>
                  <a:pt x="274562" y="516899"/>
                </a:lnTo>
                <a:lnTo>
                  <a:pt x="260322" y="531139"/>
                </a:lnTo>
                <a:lnTo>
                  <a:pt x="246082" y="516899"/>
                </a:lnTo>
                <a:lnTo>
                  <a:pt x="260322" y="502659"/>
                </a:lnTo>
                <a:close/>
              </a:path>
              <a:path w="628650" h="984250">
                <a:moveTo>
                  <a:pt x="260322" y="552624"/>
                </a:moveTo>
                <a:lnTo>
                  <a:pt x="274562" y="566865"/>
                </a:lnTo>
                <a:lnTo>
                  <a:pt x="260322" y="581105"/>
                </a:lnTo>
                <a:lnTo>
                  <a:pt x="246082" y="566865"/>
                </a:lnTo>
                <a:lnTo>
                  <a:pt x="260322" y="552624"/>
                </a:lnTo>
                <a:close/>
              </a:path>
              <a:path w="628650" h="984250">
                <a:moveTo>
                  <a:pt x="260322" y="452693"/>
                </a:moveTo>
                <a:lnTo>
                  <a:pt x="274562" y="466933"/>
                </a:lnTo>
                <a:lnTo>
                  <a:pt x="260322" y="481173"/>
                </a:lnTo>
                <a:lnTo>
                  <a:pt x="246082" y="466933"/>
                </a:lnTo>
                <a:lnTo>
                  <a:pt x="260322" y="452693"/>
                </a:lnTo>
                <a:close/>
              </a:path>
              <a:path w="628650" h="984250">
                <a:moveTo>
                  <a:pt x="310288" y="701773"/>
                </a:moveTo>
                <a:lnTo>
                  <a:pt x="325278" y="716763"/>
                </a:lnTo>
                <a:lnTo>
                  <a:pt x="310288" y="731753"/>
                </a:lnTo>
                <a:lnTo>
                  <a:pt x="295299" y="716763"/>
                </a:lnTo>
                <a:lnTo>
                  <a:pt x="310288" y="701773"/>
                </a:lnTo>
                <a:close/>
              </a:path>
              <a:path w="628650" h="984250">
                <a:moveTo>
                  <a:pt x="260322" y="402726"/>
                </a:moveTo>
                <a:lnTo>
                  <a:pt x="274562" y="416967"/>
                </a:lnTo>
                <a:lnTo>
                  <a:pt x="260322" y="431207"/>
                </a:lnTo>
                <a:lnTo>
                  <a:pt x="246082" y="416967"/>
                </a:lnTo>
                <a:lnTo>
                  <a:pt x="260322" y="402726"/>
                </a:lnTo>
                <a:close/>
              </a:path>
              <a:path w="628650" h="984250">
                <a:moveTo>
                  <a:pt x="260322" y="602590"/>
                </a:moveTo>
                <a:lnTo>
                  <a:pt x="274562" y="616830"/>
                </a:lnTo>
                <a:lnTo>
                  <a:pt x="260322" y="631071"/>
                </a:lnTo>
                <a:lnTo>
                  <a:pt x="246082" y="616830"/>
                </a:lnTo>
                <a:lnTo>
                  <a:pt x="260322" y="602590"/>
                </a:lnTo>
                <a:close/>
              </a:path>
              <a:path w="628650" h="984250">
                <a:moveTo>
                  <a:pt x="260322" y="702522"/>
                </a:moveTo>
                <a:lnTo>
                  <a:pt x="274562" y="716763"/>
                </a:lnTo>
                <a:lnTo>
                  <a:pt x="260322" y="731003"/>
                </a:lnTo>
                <a:lnTo>
                  <a:pt x="246082" y="716763"/>
                </a:lnTo>
                <a:lnTo>
                  <a:pt x="260322" y="702522"/>
                </a:lnTo>
                <a:close/>
              </a:path>
              <a:path w="628650" h="984250">
                <a:moveTo>
                  <a:pt x="260322" y="652556"/>
                </a:moveTo>
                <a:lnTo>
                  <a:pt x="274562" y="666797"/>
                </a:lnTo>
                <a:lnTo>
                  <a:pt x="260322" y="681037"/>
                </a:lnTo>
                <a:lnTo>
                  <a:pt x="246082" y="666797"/>
                </a:lnTo>
                <a:lnTo>
                  <a:pt x="260322" y="652556"/>
                </a:lnTo>
                <a:close/>
              </a:path>
              <a:path w="628650" h="984250">
                <a:moveTo>
                  <a:pt x="260322" y="752489"/>
                </a:moveTo>
                <a:lnTo>
                  <a:pt x="274562" y="766729"/>
                </a:lnTo>
                <a:lnTo>
                  <a:pt x="260322" y="780969"/>
                </a:lnTo>
                <a:lnTo>
                  <a:pt x="246082" y="766729"/>
                </a:lnTo>
                <a:lnTo>
                  <a:pt x="260322" y="752489"/>
                </a:lnTo>
                <a:close/>
              </a:path>
              <a:path w="628650" h="984250">
                <a:moveTo>
                  <a:pt x="310288" y="801705"/>
                </a:moveTo>
                <a:lnTo>
                  <a:pt x="325278" y="816695"/>
                </a:lnTo>
                <a:lnTo>
                  <a:pt x="310288" y="831685"/>
                </a:lnTo>
                <a:lnTo>
                  <a:pt x="295299" y="816695"/>
                </a:lnTo>
                <a:lnTo>
                  <a:pt x="310288" y="801705"/>
                </a:lnTo>
                <a:close/>
              </a:path>
              <a:path w="628650" h="984250">
                <a:moveTo>
                  <a:pt x="10492" y="506406"/>
                </a:moveTo>
                <a:lnTo>
                  <a:pt x="20984" y="516899"/>
                </a:lnTo>
                <a:lnTo>
                  <a:pt x="10492" y="527392"/>
                </a:lnTo>
                <a:lnTo>
                  <a:pt x="0" y="516899"/>
                </a:lnTo>
                <a:lnTo>
                  <a:pt x="10492" y="506406"/>
                </a:lnTo>
                <a:close/>
              </a:path>
              <a:path w="628650" h="984250">
                <a:moveTo>
                  <a:pt x="310288" y="751739"/>
                </a:moveTo>
                <a:lnTo>
                  <a:pt x="325278" y="766729"/>
                </a:lnTo>
                <a:lnTo>
                  <a:pt x="310288" y="781719"/>
                </a:lnTo>
                <a:lnTo>
                  <a:pt x="295299" y="766729"/>
                </a:lnTo>
                <a:lnTo>
                  <a:pt x="310288" y="751739"/>
                </a:lnTo>
                <a:close/>
              </a:path>
              <a:path w="628650" h="984250">
                <a:moveTo>
                  <a:pt x="110425" y="355009"/>
                </a:moveTo>
                <a:lnTo>
                  <a:pt x="122416" y="367001"/>
                </a:lnTo>
                <a:lnTo>
                  <a:pt x="110425" y="378993"/>
                </a:lnTo>
                <a:lnTo>
                  <a:pt x="98432" y="367001"/>
                </a:lnTo>
                <a:lnTo>
                  <a:pt x="110425" y="355009"/>
                </a:lnTo>
                <a:close/>
              </a:path>
              <a:path w="628650" h="984250">
                <a:moveTo>
                  <a:pt x="110425" y="554873"/>
                </a:moveTo>
                <a:lnTo>
                  <a:pt x="122416" y="566865"/>
                </a:lnTo>
                <a:lnTo>
                  <a:pt x="110425" y="578856"/>
                </a:lnTo>
                <a:lnTo>
                  <a:pt x="98432" y="566865"/>
                </a:lnTo>
                <a:lnTo>
                  <a:pt x="110425" y="554873"/>
                </a:lnTo>
                <a:close/>
              </a:path>
              <a:path w="628650" h="984250">
                <a:moveTo>
                  <a:pt x="10492" y="456440"/>
                </a:moveTo>
                <a:lnTo>
                  <a:pt x="20984" y="466933"/>
                </a:lnTo>
                <a:lnTo>
                  <a:pt x="10492" y="477425"/>
                </a:lnTo>
                <a:lnTo>
                  <a:pt x="0" y="466933"/>
                </a:lnTo>
                <a:lnTo>
                  <a:pt x="10492" y="456440"/>
                </a:lnTo>
                <a:close/>
              </a:path>
              <a:path w="628650" h="984250">
                <a:moveTo>
                  <a:pt x="110425" y="504907"/>
                </a:moveTo>
                <a:lnTo>
                  <a:pt x="122416" y="516899"/>
                </a:lnTo>
                <a:lnTo>
                  <a:pt x="110425" y="528890"/>
                </a:lnTo>
                <a:lnTo>
                  <a:pt x="98432" y="516899"/>
                </a:lnTo>
                <a:lnTo>
                  <a:pt x="110425" y="504907"/>
                </a:lnTo>
                <a:close/>
              </a:path>
              <a:path w="628650" h="984250">
                <a:moveTo>
                  <a:pt x="160391" y="354259"/>
                </a:moveTo>
                <a:lnTo>
                  <a:pt x="173131" y="367001"/>
                </a:lnTo>
                <a:lnTo>
                  <a:pt x="160391" y="379741"/>
                </a:lnTo>
                <a:lnTo>
                  <a:pt x="147649" y="367001"/>
                </a:lnTo>
                <a:lnTo>
                  <a:pt x="160391" y="354259"/>
                </a:lnTo>
                <a:close/>
              </a:path>
              <a:path w="628650" h="984250">
                <a:moveTo>
                  <a:pt x="160391" y="404225"/>
                </a:moveTo>
                <a:lnTo>
                  <a:pt x="173131" y="416967"/>
                </a:lnTo>
                <a:lnTo>
                  <a:pt x="160391" y="429708"/>
                </a:lnTo>
                <a:lnTo>
                  <a:pt x="147649" y="416967"/>
                </a:lnTo>
                <a:lnTo>
                  <a:pt x="160391" y="404225"/>
                </a:lnTo>
                <a:close/>
              </a:path>
              <a:path w="628650" h="984250">
                <a:moveTo>
                  <a:pt x="160391" y="304292"/>
                </a:moveTo>
                <a:lnTo>
                  <a:pt x="173131" y="317034"/>
                </a:lnTo>
                <a:lnTo>
                  <a:pt x="160391" y="329776"/>
                </a:lnTo>
                <a:lnTo>
                  <a:pt x="147649" y="317034"/>
                </a:lnTo>
                <a:lnTo>
                  <a:pt x="160391" y="304292"/>
                </a:lnTo>
                <a:close/>
              </a:path>
              <a:path w="628650" h="984250">
                <a:moveTo>
                  <a:pt x="110425" y="454941"/>
                </a:moveTo>
                <a:lnTo>
                  <a:pt x="122416" y="466933"/>
                </a:lnTo>
                <a:lnTo>
                  <a:pt x="110425" y="478924"/>
                </a:lnTo>
                <a:lnTo>
                  <a:pt x="98432" y="466933"/>
                </a:lnTo>
                <a:lnTo>
                  <a:pt x="110425" y="454941"/>
                </a:lnTo>
                <a:close/>
              </a:path>
              <a:path w="628650" h="984250">
                <a:moveTo>
                  <a:pt x="110425" y="604839"/>
                </a:moveTo>
                <a:lnTo>
                  <a:pt x="122416" y="616830"/>
                </a:lnTo>
                <a:lnTo>
                  <a:pt x="110425" y="628822"/>
                </a:lnTo>
                <a:lnTo>
                  <a:pt x="98432" y="616830"/>
                </a:lnTo>
                <a:lnTo>
                  <a:pt x="110425" y="604839"/>
                </a:lnTo>
                <a:close/>
              </a:path>
              <a:path w="628650" h="984250">
                <a:moveTo>
                  <a:pt x="60458" y="455691"/>
                </a:moveTo>
                <a:lnTo>
                  <a:pt x="71701" y="466933"/>
                </a:lnTo>
                <a:lnTo>
                  <a:pt x="60458" y="478175"/>
                </a:lnTo>
                <a:lnTo>
                  <a:pt x="49216" y="466933"/>
                </a:lnTo>
                <a:lnTo>
                  <a:pt x="60458" y="455691"/>
                </a:lnTo>
                <a:close/>
              </a:path>
              <a:path w="628650" h="984250">
                <a:moveTo>
                  <a:pt x="60458" y="405724"/>
                </a:moveTo>
                <a:lnTo>
                  <a:pt x="71701" y="416967"/>
                </a:lnTo>
                <a:lnTo>
                  <a:pt x="60458" y="428209"/>
                </a:lnTo>
                <a:lnTo>
                  <a:pt x="49216" y="416967"/>
                </a:lnTo>
                <a:lnTo>
                  <a:pt x="60458" y="405724"/>
                </a:lnTo>
                <a:close/>
              </a:path>
              <a:path w="628650" h="984250">
                <a:moveTo>
                  <a:pt x="60458" y="505656"/>
                </a:moveTo>
                <a:lnTo>
                  <a:pt x="71701" y="516899"/>
                </a:lnTo>
                <a:lnTo>
                  <a:pt x="60458" y="528142"/>
                </a:lnTo>
                <a:lnTo>
                  <a:pt x="49216" y="516899"/>
                </a:lnTo>
                <a:lnTo>
                  <a:pt x="60458" y="505656"/>
                </a:lnTo>
                <a:close/>
              </a:path>
              <a:path w="628650" h="984250">
                <a:moveTo>
                  <a:pt x="160391" y="454191"/>
                </a:moveTo>
                <a:lnTo>
                  <a:pt x="173131" y="466933"/>
                </a:lnTo>
                <a:lnTo>
                  <a:pt x="160391" y="479674"/>
                </a:lnTo>
                <a:lnTo>
                  <a:pt x="147649" y="466933"/>
                </a:lnTo>
                <a:lnTo>
                  <a:pt x="160391" y="454191"/>
                </a:lnTo>
                <a:close/>
              </a:path>
              <a:path w="628650" h="984250">
                <a:moveTo>
                  <a:pt x="60458" y="555622"/>
                </a:moveTo>
                <a:lnTo>
                  <a:pt x="71701" y="566865"/>
                </a:lnTo>
                <a:lnTo>
                  <a:pt x="60458" y="578108"/>
                </a:lnTo>
                <a:lnTo>
                  <a:pt x="49216" y="566865"/>
                </a:lnTo>
                <a:lnTo>
                  <a:pt x="60458" y="555622"/>
                </a:lnTo>
                <a:close/>
              </a:path>
              <a:path w="628650" h="984250">
                <a:moveTo>
                  <a:pt x="110425" y="404975"/>
                </a:moveTo>
                <a:lnTo>
                  <a:pt x="122416" y="416967"/>
                </a:lnTo>
                <a:lnTo>
                  <a:pt x="110425" y="428959"/>
                </a:lnTo>
                <a:lnTo>
                  <a:pt x="98432" y="416967"/>
                </a:lnTo>
                <a:lnTo>
                  <a:pt x="110425" y="404975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34569" y="3392554"/>
            <a:ext cx="9047480" cy="340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 algn="ctr">
              <a:lnSpc>
                <a:spcPct val="100000"/>
              </a:lnSpc>
              <a:spcBef>
                <a:spcPts val="100"/>
              </a:spcBef>
            </a:pPr>
            <a:r>
              <a:rPr sz="12550" spc="-2545" dirty="0">
                <a:solidFill>
                  <a:srgbClr val="FFFFFF"/>
                </a:solidFill>
                <a:latin typeface="Trebuchet MS"/>
                <a:cs typeface="Trebuchet MS"/>
              </a:rPr>
              <a:t>PROJETO</a:t>
            </a:r>
            <a:endParaRPr sz="125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9200" spc="-240" dirty="0">
                <a:solidFill>
                  <a:srgbClr val="FFFFFF"/>
                </a:solidFill>
                <a:latin typeface="Arial Black"/>
                <a:cs typeface="Arial Black"/>
              </a:rPr>
              <a:t>CodeComVoc</a:t>
            </a:r>
            <a:r>
              <a:rPr sz="9200" spc="-815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endParaRPr sz="9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4898" y="8339086"/>
            <a:ext cx="393700" cy="914400"/>
          </a:xfrm>
          <a:custGeom>
            <a:avLst/>
            <a:gdLst/>
            <a:ahLst/>
            <a:cxnLst/>
            <a:rect l="l" t="t" r="r" b="b"/>
            <a:pathLst>
              <a:path w="393700" h="914400">
                <a:moveTo>
                  <a:pt x="393100" y="0"/>
                </a:moveTo>
                <a:lnTo>
                  <a:pt x="393100" y="914150"/>
                </a:lnTo>
                <a:lnTo>
                  <a:pt x="0" y="457075"/>
                </a:lnTo>
                <a:lnTo>
                  <a:pt x="393100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44307" y="0"/>
            <a:ext cx="4994910" cy="10287000"/>
          </a:xfrm>
          <a:custGeom>
            <a:avLst/>
            <a:gdLst/>
            <a:ahLst/>
            <a:cxnLst/>
            <a:rect l="l" t="t" r="r" b="b"/>
            <a:pathLst>
              <a:path w="4994910" h="10287000">
                <a:moveTo>
                  <a:pt x="4994516" y="0"/>
                </a:moveTo>
                <a:lnTo>
                  <a:pt x="2431808" y="0"/>
                </a:lnTo>
                <a:lnTo>
                  <a:pt x="1161275" y="5366740"/>
                </a:lnTo>
                <a:lnTo>
                  <a:pt x="1170101" y="5366740"/>
                </a:lnTo>
                <a:lnTo>
                  <a:pt x="0" y="10287000"/>
                </a:lnTo>
                <a:lnTo>
                  <a:pt x="2534120" y="10287000"/>
                </a:lnTo>
                <a:lnTo>
                  <a:pt x="3786530" y="5081943"/>
                </a:lnTo>
                <a:lnTo>
                  <a:pt x="3777234" y="5081943"/>
                </a:lnTo>
                <a:lnTo>
                  <a:pt x="4994516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49890" y="2247482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14984" y="2247482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80109" y="2247482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34276" y="518307"/>
            <a:ext cx="1786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8095" algn="l"/>
              </a:tabLst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r>
              <a:rPr sz="1200" dirty="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1778" y="774790"/>
            <a:ext cx="10228647" cy="4658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7905" marR="5080">
              <a:lnSpc>
                <a:spcPct val="116500"/>
              </a:lnSpc>
              <a:spcBef>
                <a:spcPts val="95"/>
              </a:spcBef>
            </a:pPr>
            <a:r>
              <a:rPr sz="8550" spc="-196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8550" spc="-9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50" spc="-1825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8550" spc="-94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8550" spc="-944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50" spc="-1560" dirty="0" smtClean="0">
                <a:solidFill>
                  <a:srgbClr val="FFFFFF"/>
                </a:solidFill>
                <a:latin typeface="Trebuchet MS"/>
                <a:cs typeface="Trebuchet MS"/>
              </a:rPr>
              <a:t>É</a:t>
            </a:r>
            <a:r>
              <a:rPr sz="8550" spc="-95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8550" spc="-95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50" spc="-1960" dirty="0" smtClean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8550" spc="-95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pt-BR" sz="8550" spc="-95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50" spc="-1714" dirty="0" smtClean="0">
                <a:solidFill>
                  <a:srgbClr val="FFFFFF"/>
                </a:solidFill>
                <a:latin typeface="Trebuchet MS"/>
                <a:cs typeface="Trebuchet MS"/>
              </a:rPr>
              <a:t>PROJETO </a:t>
            </a:r>
            <a:r>
              <a:rPr lang="pt-BR" sz="8550" spc="-1714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50" spc="-1825" dirty="0" smtClean="0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sz="8550" spc="-94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50" spc="-179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8550" spc="-94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50" spc="-1505" dirty="0">
                <a:solidFill>
                  <a:srgbClr val="FFFFFF"/>
                </a:solidFill>
                <a:latin typeface="Trebuchet MS"/>
                <a:cs typeface="Trebuchet MS"/>
              </a:rPr>
              <a:t>VOCÊ?</a:t>
            </a:r>
            <a:endParaRPr sz="85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425"/>
              </a:spcBef>
            </a:pPr>
            <a:r>
              <a:rPr sz="2350" spc="-5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0" dirty="0">
                <a:solidFill>
                  <a:srgbClr val="FFFFFF"/>
                </a:solidFill>
                <a:latin typeface="Verdana"/>
                <a:cs typeface="Verdana"/>
              </a:rPr>
              <a:t>CodeComVocê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14" dirty="0">
                <a:solidFill>
                  <a:srgbClr val="FFFFFF"/>
                </a:solidFill>
                <a:latin typeface="Verdana"/>
                <a:cs typeface="Verdana"/>
              </a:rPr>
              <a:t>uma</a:t>
            </a:r>
            <a:r>
              <a:rPr sz="23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5" dirty="0">
                <a:solidFill>
                  <a:srgbClr val="FFFFFF"/>
                </a:solidFill>
                <a:latin typeface="Verdana"/>
                <a:cs typeface="Verdana"/>
              </a:rPr>
              <a:t>plataforma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educacional</a:t>
            </a:r>
            <a:endParaRPr sz="235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21353" y="5136126"/>
            <a:ext cx="8496300" cy="844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95"/>
              </a:spcBef>
            </a:pPr>
            <a:r>
              <a:rPr sz="2350" spc="-40" dirty="0">
                <a:solidFill>
                  <a:srgbClr val="FFFFFF"/>
                </a:solidFill>
                <a:latin typeface="Verdana"/>
                <a:cs typeface="Verdana"/>
              </a:rPr>
              <a:t>desenvolvida</a:t>
            </a:r>
            <a:r>
              <a:rPr sz="23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7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5" dirty="0">
                <a:solidFill>
                  <a:srgbClr val="FFFFFF"/>
                </a:solidFill>
                <a:latin typeface="Verdana"/>
                <a:cs typeface="Verdana"/>
              </a:rPr>
              <a:t>promover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0" dirty="0">
                <a:solidFill>
                  <a:srgbClr val="FFFFFF"/>
                </a:solidFill>
                <a:latin typeface="Verdana"/>
                <a:cs typeface="Verdana"/>
              </a:rPr>
              <a:t>inclusão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5" dirty="0">
                <a:solidFill>
                  <a:srgbClr val="FFFFFF"/>
                </a:solidFill>
                <a:latin typeface="Verdana"/>
                <a:cs typeface="Verdana"/>
              </a:rPr>
              <a:t>digital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2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proteção de</a:t>
            </a:r>
            <a:r>
              <a:rPr sz="23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dados,</a:t>
            </a:r>
            <a:r>
              <a:rPr sz="23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dirty="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23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0" dirty="0">
                <a:solidFill>
                  <a:srgbClr val="FFFFFF"/>
                </a:solidFill>
                <a:latin typeface="Verdana"/>
                <a:cs typeface="Verdana"/>
              </a:rPr>
              <a:t>meio</a:t>
            </a:r>
            <a:r>
              <a:rPr sz="23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3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conteúdos</a:t>
            </a:r>
            <a:r>
              <a:rPr sz="23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5" dirty="0">
                <a:solidFill>
                  <a:srgbClr val="FFFFFF"/>
                </a:solidFill>
                <a:latin typeface="Verdana"/>
                <a:cs typeface="Verdana"/>
              </a:rPr>
              <a:t>interativos</a:t>
            </a:r>
            <a:r>
              <a:rPr sz="23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3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acessíveis.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0403" y="7865274"/>
            <a:ext cx="9610725" cy="1254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95"/>
              </a:spcBef>
            </a:pP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35" dirty="0">
                <a:solidFill>
                  <a:srgbClr val="FFFFFF"/>
                </a:solidFill>
                <a:latin typeface="Verdana"/>
                <a:cs typeface="Verdana"/>
              </a:rPr>
              <a:t>projeto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60" dirty="0">
                <a:solidFill>
                  <a:srgbClr val="FFFFFF"/>
                </a:solidFill>
                <a:latin typeface="Verdana"/>
                <a:cs typeface="Verdana"/>
              </a:rPr>
              <a:t>visa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45" dirty="0">
                <a:solidFill>
                  <a:srgbClr val="FFFFFF"/>
                </a:solidFill>
                <a:latin typeface="Verdana"/>
                <a:cs typeface="Verdana"/>
              </a:rPr>
              <a:t>democratizar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Verdana"/>
                <a:cs typeface="Verdana"/>
              </a:rPr>
              <a:t>acesso</a:t>
            </a:r>
            <a:r>
              <a:rPr sz="23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45" dirty="0">
                <a:solidFill>
                  <a:srgbClr val="FFFFFF"/>
                </a:solidFill>
                <a:latin typeface="Verdana"/>
                <a:cs typeface="Verdana"/>
              </a:rPr>
              <a:t>ao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Verdana"/>
                <a:cs typeface="Verdana"/>
              </a:rPr>
              <a:t>conhecimento</a:t>
            </a:r>
            <a:r>
              <a:rPr sz="23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Verdana"/>
                <a:cs typeface="Verdana"/>
              </a:rPr>
              <a:t>tecnológico, </a:t>
            </a:r>
            <a:r>
              <a:rPr sz="2300" spc="-30" dirty="0">
                <a:solidFill>
                  <a:srgbClr val="FFFFFF"/>
                </a:solidFill>
                <a:latin typeface="Verdana"/>
                <a:cs typeface="Verdana"/>
              </a:rPr>
              <a:t>especialmente</a:t>
            </a:r>
            <a:r>
              <a:rPr sz="23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6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3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Verdana"/>
                <a:cs typeface="Verdana"/>
              </a:rPr>
              <a:t>comunidades</a:t>
            </a:r>
            <a:r>
              <a:rPr sz="23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65" dirty="0">
                <a:solidFill>
                  <a:srgbClr val="FFFFFF"/>
                </a:solidFill>
                <a:latin typeface="Verdana"/>
                <a:cs typeface="Verdana"/>
              </a:rPr>
              <a:t>vulneráveis,</a:t>
            </a:r>
            <a:r>
              <a:rPr sz="23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23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FFFFFF"/>
                </a:solidFill>
                <a:latin typeface="Verdana"/>
                <a:cs typeface="Verdana"/>
              </a:rPr>
              <a:t>foco</a:t>
            </a:r>
            <a:r>
              <a:rPr sz="23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Verdana"/>
                <a:cs typeface="Verdana"/>
              </a:rPr>
              <a:t>na </a:t>
            </a:r>
            <a:r>
              <a:rPr sz="2300" spc="-65" dirty="0">
                <a:solidFill>
                  <a:srgbClr val="FFFFFF"/>
                </a:solidFill>
                <a:latin typeface="Verdana"/>
                <a:cs typeface="Verdana"/>
              </a:rPr>
              <a:t>segurança</a:t>
            </a:r>
            <a:r>
              <a:rPr sz="23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3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23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Verdana"/>
                <a:cs typeface="Verdana"/>
              </a:rPr>
              <a:t>informação</a:t>
            </a:r>
            <a:r>
              <a:rPr sz="23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3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65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23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Verdana"/>
                <a:cs typeface="Verdana"/>
              </a:rPr>
              <a:t>cidadania</a:t>
            </a:r>
            <a:r>
              <a:rPr sz="23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Verdana"/>
                <a:cs typeface="Verdana"/>
              </a:rPr>
              <a:t>digital.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0403" y="6502338"/>
            <a:ext cx="9861550" cy="863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0"/>
              </a:spcBef>
            </a:pPr>
            <a:r>
              <a:rPr sz="2350" spc="-35" dirty="0">
                <a:solidFill>
                  <a:srgbClr val="FFFFFF"/>
                </a:solidFill>
                <a:latin typeface="Verdana"/>
                <a:cs typeface="Verdana"/>
              </a:rPr>
              <a:t>Estruturada</a:t>
            </a:r>
            <a:r>
              <a:rPr sz="23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90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3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dirty="0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r>
              <a:rPr sz="23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3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operando</a:t>
            </a:r>
            <a:r>
              <a:rPr sz="23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Verdana"/>
                <a:cs typeface="Verdana"/>
              </a:rPr>
              <a:t>offline,</a:t>
            </a:r>
            <a:r>
              <a:rPr sz="23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dirty="0">
                <a:solidFill>
                  <a:srgbClr val="FFFFFF"/>
                </a:solidFill>
                <a:latin typeface="Verdana"/>
                <a:cs typeface="Verdana"/>
              </a:rPr>
              <a:t>oferece</a:t>
            </a:r>
            <a:r>
              <a:rPr sz="23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0" dirty="0">
                <a:solidFill>
                  <a:srgbClr val="FFFFFF"/>
                </a:solidFill>
                <a:latin typeface="Verdana"/>
                <a:cs typeface="Verdana"/>
              </a:rPr>
              <a:t>aprendizado</a:t>
            </a:r>
            <a:r>
              <a:rPr sz="23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5" dirty="0">
                <a:solidFill>
                  <a:srgbClr val="FFFFFF"/>
                </a:solidFill>
                <a:latin typeface="Verdana"/>
                <a:cs typeface="Verdana"/>
              </a:rPr>
              <a:t>em </a:t>
            </a:r>
            <a:r>
              <a:rPr sz="2350" spc="-35" dirty="0">
                <a:solidFill>
                  <a:srgbClr val="FFFFFF"/>
                </a:solidFill>
                <a:latin typeface="Verdana"/>
                <a:cs typeface="Verdana"/>
              </a:rPr>
              <a:t>Pensamento</a:t>
            </a:r>
            <a:r>
              <a:rPr sz="23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Verdana"/>
                <a:cs typeface="Verdana"/>
              </a:rPr>
              <a:t>Computacional,</a:t>
            </a:r>
            <a:r>
              <a:rPr sz="23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70" dirty="0">
                <a:solidFill>
                  <a:srgbClr val="FFFFFF"/>
                </a:solidFill>
                <a:latin typeface="Verdana"/>
                <a:cs typeface="Verdana"/>
              </a:rPr>
              <a:t>Segurança</a:t>
            </a:r>
            <a:r>
              <a:rPr sz="23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0" dirty="0">
                <a:solidFill>
                  <a:srgbClr val="FFFFFF"/>
                </a:solidFill>
                <a:latin typeface="Verdana"/>
                <a:cs typeface="Verdana"/>
              </a:rPr>
              <a:t>Digital</a:t>
            </a:r>
            <a:r>
              <a:rPr sz="23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3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Programação.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43575" y="5143499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6383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290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43575" y="6618274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02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43575" y="8117311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03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1867" y="1572145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39108" y="1572145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7816" y="1572145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629790" y="1957224"/>
            <a:ext cx="8658225" cy="6525259"/>
            <a:chOff x="9629790" y="1957224"/>
            <a:chExt cx="8658225" cy="6525259"/>
          </a:xfrm>
        </p:grpSpPr>
        <p:sp>
          <p:nvSpPr>
            <p:cNvPr id="6" name="object 6"/>
            <p:cNvSpPr/>
            <p:nvPr/>
          </p:nvSpPr>
          <p:spPr>
            <a:xfrm>
              <a:off x="9629790" y="1957224"/>
              <a:ext cx="8658225" cy="6525259"/>
            </a:xfrm>
            <a:custGeom>
              <a:avLst/>
              <a:gdLst/>
              <a:ahLst/>
              <a:cxnLst/>
              <a:rect l="l" t="t" r="r" b="b"/>
              <a:pathLst>
                <a:path w="8658225" h="6525259">
                  <a:moveTo>
                    <a:pt x="8658210" y="6524994"/>
                  </a:moveTo>
                  <a:lnTo>
                    <a:pt x="485759" y="6525006"/>
                  </a:lnTo>
                  <a:lnTo>
                    <a:pt x="437745" y="6522617"/>
                  </a:lnTo>
                  <a:lnTo>
                    <a:pt x="390544" y="6515574"/>
                  </a:lnTo>
                  <a:lnTo>
                    <a:pt x="344474" y="6503997"/>
                  </a:lnTo>
                  <a:lnTo>
                    <a:pt x="299854" y="6488017"/>
                  </a:lnTo>
                  <a:lnTo>
                    <a:pt x="257003" y="6467768"/>
                  </a:lnTo>
                  <a:lnTo>
                    <a:pt x="216240" y="6443379"/>
                  </a:lnTo>
                  <a:lnTo>
                    <a:pt x="177882" y="6414984"/>
                  </a:lnTo>
                  <a:lnTo>
                    <a:pt x="142250" y="6382713"/>
                  </a:lnTo>
                  <a:lnTo>
                    <a:pt x="109989" y="6347090"/>
                  </a:lnTo>
                  <a:lnTo>
                    <a:pt x="81601" y="6308740"/>
                  </a:lnTo>
                  <a:lnTo>
                    <a:pt x="57218" y="6267982"/>
                  </a:lnTo>
                  <a:lnTo>
                    <a:pt x="36972" y="6225135"/>
                  </a:lnTo>
                  <a:lnTo>
                    <a:pt x="20995" y="6180518"/>
                  </a:lnTo>
                  <a:lnTo>
                    <a:pt x="9419" y="6134449"/>
                  </a:lnTo>
                  <a:lnTo>
                    <a:pt x="2376" y="6087248"/>
                  </a:lnTo>
                  <a:lnTo>
                    <a:pt x="0" y="6039234"/>
                  </a:lnTo>
                  <a:lnTo>
                    <a:pt x="0" y="485775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5" y="344494"/>
                  </a:lnTo>
                  <a:lnTo>
                    <a:pt x="36972" y="299877"/>
                  </a:lnTo>
                  <a:lnTo>
                    <a:pt x="57218" y="257028"/>
                  </a:lnTo>
                  <a:lnTo>
                    <a:pt x="81601" y="216267"/>
                  </a:lnTo>
                  <a:lnTo>
                    <a:pt x="109989" y="177912"/>
                  </a:lnTo>
                  <a:lnTo>
                    <a:pt x="142250" y="142280"/>
                  </a:lnTo>
                  <a:lnTo>
                    <a:pt x="177882" y="110010"/>
                  </a:lnTo>
                  <a:lnTo>
                    <a:pt x="216240" y="81615"/>
                  </a:lnTo>
                  <a:lnTo>
                    <a:pt x="257003" y="57227"/>
                  </a:lnTo>
                  <a:lnTo>
                    <a:pt x="299854" y="36977"/>
                  </a:lnTo>
                  <a:lnTo>
                    <a:pt x="344474" y="20997"/>
                  </a:lnTo>
                  <a:lnTo>
                    <a:pt x="390544" y="9420"/>
                  </a:lnTo>
                  <a:lnTo>
                    <a:pt x="437745" y="2377"/>
                  </a:lnTo>
                  <a:lnTo>
                    <a:pt x="485759" y="0"/>
                  </a:lnTo>
                  <a:lnTo>
                    <a:pt x="8658210" y="0"/>
                  </a:lnTo>
                  <a:lnTo>
                    <a:pt x="8658210" y="6524994"/>
                  </a:lnTo>
                  <a:close/>
                </a:path>
              </a:pathLst>
            </a:custGeom>
            <a:solidFill>
              <a:srgbClr val="12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2708" y="2326154"/>
              <a:ext cx="8381999" cy="579118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90052" y="51830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8544" y="1870729"/>
            <a:ext cx="6205220" cy="1466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450" spc="-1185" dirty="0">
                <a:solidFill>
                  <a:srgbClr val="FFFFFF"/>
                </a:solidFill>
                <a:latin typeface="Trebuchet MS"/>
                <a:cs typeface="Trebuchet MS"/>
              </a:rPr>
              <a:t>MISSÃO</a:t>
            </a:r>
            <a:r>
              <a:rPr sz="9450" spc="-10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450" spc="-172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9450" spc="-10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450" spc="-1330" dirty="0">
                <a:solidFill>
                  <a:srgbClr val="FFFFFF"/>
                </a:solidFill>
                <a:latin typeface="Trebuchet MS"/>
                <a:cs typeface="Trebuchet MS"/>
              </a:rPr>
              <a:t>VISÃO</a:t>
            </a:r>
            <a:endParaRPr sz="94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0949" y="4563953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0671" y="6483217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02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04086" y="6352573"/>
            <a:ext cx="8007350" cy="105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95"/>
              </a:spcBef>
            </a:pPr>
            <a:r>
              <a:rPr sz="1950" spc="-75" dirty="0">
                <a:solidFill>
                  <a:srgbClr val="FFFFFF"/>
                </a:solidFill>
                <a:latin typeface="Verdana"/>
                <a:cs typeface="Verdana"/>
              </a:rPr>
              <a:t>Ser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80" dirty="0">
                <a:solidFill>
                  <a:srgbClr val="FFFFFF"/>
                </a:solidFill>
                <a:latin typeface="Verdana"/>
                <a:cs typeface="Verdana"/>
              </a:rPr>
              <a:t>uma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referência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nacional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7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soluções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educacionais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inclusivas,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utilizando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tecnologia</a:t>
            </a:r>
            <a:r>
              <a:rPr sz="19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ética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5" dirty="0">
                <a:solidFill>
                  <a:srgbClr val="FFFFFF"/>
                </a:solidFill>
                <a:latin typeface="Verdana"/>
                <a:cs typeface="Verdana"/>
              </a:rPr>
              <a:t>sustentável.</a:t>
            </a:r>
            <a:r>
              <a:rPr sz="19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5" dirty="0">
                <a:solidFill>
                  <a:srgbClr val="FFFFFF"/>
                </a:solidFill>
                <a:latin typeface="Verdana"/>
                <a:cs typeface="Verdana"/>
              </a:rPr>
              <a:t>Visamos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transformar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realidades,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reduzindo</a:t>
            </a:r>
            <a:r>
              <a:rPr sz="19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5" dirty="0">
                <a:solidFill>
                  <a:srgbClr val="FFFFFF"/>
                </a:solidFill>
                <a:latin typeface="Verdana"/>
                <a:cs typeface="Verdana"/>
              </a:rPr>
              <a:t>desigualdades</a:t>
            </a:r>
            <a:r>
              <a:rPr sz="19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19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meio</a:t>
            </a:r>
            <a:r>
              <a:rPr sz="19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9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formação</a:t>
            </a:r>
            <a:r>
              <a:rPr sz="19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digital.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0671" y="8143341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03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09982" y="4529696"/>
            <a:ext cx="777494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Proporcionar</a:t>
            </a:r>
            <a:r>
              <a:rPr sz="19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educação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tecnólogica</a:t>
            </a:r>
            <a:r>
              <a:rPr sz="1950" spc="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qualidade,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5" dirty="0">
                <a:solidFill>
                  <a:srgbClr val="FFFFFF"/>
                </a:solidFill>
                <a:latin typeface="Verdana"/>
                <a:cs typeface="Verdana"/>
              </a:rPr>
              <a:t>promovendo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2015" y="4826190"/>
            <a:ext cx="763079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4375" marR="5080" indent="-702310">
              <a:lnSpc>
                <a:spcPct val="115399"/>
              </a:lnSpc>
              <a:spcBef>
                <a:spcPts val="100"/>
              </a:spcBef>
            </a:pP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inclusão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social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70" dirty="0">
                <a:solidFill>
                  <a:srgbClr val="FFFFFF"/>
                </a:solidFill>
                <a:latin typeface="Verdana"/>
                <a:cs typeface="Verdana"/>
              </a:rPr>
              <a:t>através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ensino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gratuito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5" dirty="0">
                <a:solidFill>
                  <a:srgbClr val="FFFFFF"/>
                </a:solidFill>
                <a:latin typeface="Verdana"/>
                <a:cs typeface="Verdana"/>
              </a:rPr>
              <a:t>acessível.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Buscamos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capacitar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indivíduos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6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uso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70" dirty="0">
                <a:solidFill>
                  <a:srgbClr val="FFFFFF"/>
                </a:solidFill>
                <a:latin typeface="Verdana"/>
                <a:cs typeface="Verdana"/>
              </a:rPr>
              <a:t>seguro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consciente.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13307" y="4713326"/>
            <a:ext cx="46164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700" dirty="0">
                <a:latin typeface="Arial Black"/>
                <a:cs typeface="Arial Black"/>
              </a:rPr>
              <a:t>R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07213" y="8117279"/>
            <a:ext cx="7919084" cy="1054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399"/>
              </a:lnSpc>
              <a:spcBef>
                <a:spcPts val="95"/>
              </a:spcBef>
            </a:pPr>
            <a:r>
              <a:rPr sz="1950" spc="-35" dirty="0">
                <a:solidFill>
                  <a:srgbClr val="FFFFFF"/>
                </a:solidFill>
                <a:latin typeface="Verdana"/>
                <a:cs typeface="Verdana"/>
              </a:rPr>
              <a:t>Respeitamos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os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princípios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proteção</a:t>
            </a:r>
            <a:r>
              <a:rPr sz="19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dados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incentivando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o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desenvolvimento</a:t>
            </a:r>
            <a:r>
              <a:rPr sz="19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pessoal</a:t>
            </a:r>
            <a:r>
              <a:rPr sz="19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profissional.</a:t>
            </a:r>
            <a:r>
              <a:rPr sz="19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Utilizando</a:t>
            </a:r>
            <a:r>
              <a:rPr sz="19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práticas</a:t>
            </a:r>
            <a:r>
              <a:rPr sz="19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1950" spc="-45" dirty="0">
                <a:solidFill>
                  <a:srgbClr val="FFFFFF"/>
                </a:solidFill>
                <a:latin typeface="Verdana"/>
                <a:cs typeface="Verdana"/>
              </a:rPr>
              <a:t>respeitam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os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direitos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5" dirty="0">
                <a:solidFill>
                  <a:srgbClr val="FFFFFF"/>
                </a:solidFill>
                <a:latin typeface="Verdana"/>
                <a:cs typeface="Verdana"/>
              </a:rPr>
              <a:t>humanos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fortalecem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9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cidadania.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4898" y="8339086"/>
            <a:ext cx="393700" cy="914400"/>
          </a:xfrm>
          <a:custGeom>
            <a:avLst/>
            <a:gdLst/>
            <a:ahLst/>
            <a:cxnLst/>
            <a:rect l="l" t="t" r="r" b="b"/>
            <a:pathLst>
              <a:path w="393700" h="914400">
                <a:moveTo>
                  <a:pt x="393100" y="0"/>
                </a:moveTo>
                <a:lnTo>
                  <a:pt x="393100" y="914150"/>
                </a:lnTo>
                <a:lnTo>
                  <a:pt x="0" y="457075"/>
                </a:lnTo>
                <a:lnTo>
                  <a:pt x="393100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50797" y="2399470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15919" y="2399470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81037" y="2399470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294753" y="925342"/>
            <a:ext cx="8993505" cy="5692775"/>
            <a:chOff x="9294753" y="925342"/>
            <a:chExt cx="8993505" cy="5692775"/>
          </a:xfrm>
        </p:grpSpPr>
        <p:sp>
          <p:nvSpPr>
            <p:cNvPr id="7" name="object 7"/>
            <p:cNvSpPr/>
            <p:nvPr/>
          </p:nvSpPr>
          <p:spPr>
            <a:xfrm>
              <a:off x="9294753" y="925342"/>
              <a:ext cx="8993505" cy="5692775"/>
            </a:xfrm>
            <a:custGeom>
              <a:avLst/>
              <a:gdLst/>
              <a:ahLst/>
              <a:cxnLst/>
              <a:rect l="l" t="t" r="r" b="b"/>
              <a:pathLst>
                <a:path w="8993505" h="5692775">
                  <a:moveTo>
                    <a:pt x="8993246" y="5692231"/>
                  </a:moveTo>
                  <a:lnTo>
                    <a:pt x="485759" y="5692231"/>
                  </a:lnTo>
                  <a:lnTo>
                    <a:pt x="437746" y="5689854"/>
                  </a:lnTo>
                  <a:lnTo>
                    <a:pt x="390548" y="5682811"/>
                  </a:lnTo>
                  <a:lnTo>
                    <a:pt x="344483" y="5671234"/>
                  </a:lnTo>
                  <a:lnTo>
                    <a:pt x="299869" y="5655255"/>
                  </a:lnTo>
                  <a:lnTo>
                    <a:pt x="257024" y="5635005"/>
                  </a:lnTo>
                  <a:lnTo>
                    <a:pt x="216266" y="5610616"/>
                  </a:lnTo>
                  <a:lnTo>
                    <a:pt x="177912" y="5582221"/>
                  </a:lnTo>
                  <a:lnTo>
                    <a:pt x="142280" y="5549950"/>
                  </a:lnTo>
                  <a:lnTo>
                    <a:pt x="110009" y="5514319"/>
                  </a:lnTo>
                  <a:lnTo>
                    <a:pt x="81614" y="5475965"/>
                  </a:lnTo>
                  <a:lnTo>
                    <a:pt x="57225" y="5435206"/>
                  </a:lnTo>
                  <a:lnTo>
                    <a:pt x="36976" y="5392361"/>
                  </a:lnTo>
                  <a:lnTo>
                    <a:pt x="20996" y="5347747"/>
                  </a:lnTo>
                  <a:lnTo>
                    <a:pt x="9419" y="5301682"/>
                  </a:lnTo>
                  <a:lnTo>
                    <a:pt x="2376" y="5254484"/>
                  </a:lnTo>
                  <a:lnTo>
                    <a:pt x="0" y="5206471"/>
                  </a:lnTo>
                  <a:lnTo>
                    <a:pt x="0" y="485774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6" y="344494"/>
                  </a:lnTo>
                  <a:lnTo>
                    <a:pt x="36976" y="299877"/>
                  </a:lnTo>
                  <a:lnTo>
                    <a:pt x="57225" y="257028"/>
                  </a:lnTo>
                  <a:lnTo>
                    <a:pt x="81614" y="216267"/>
                  </a:lnTo>
                  <a:lnTo>
                    <a:pt x="110009" y="177912"/>
                  </a:lnTo>
                  <a:lnTo>
                    <a:pt x="142280" y="142280"/>
                  </a:lnTo>
                  <a:lnTo>
                    <a:pt x="177912" y="110011"/>
                  </a:lnTo>
                  <a:lnTo>
                    <a:pt x="216266" y="81617"/>
                  </a:lnTo>
                  <a:lnTo>
                    <a:pt x="257024" y="57228"/>
                  </a:lnTo>
                  <a:lnTo>
                    <a:pt x="299869" y="36978"/>
                  </a:lnTo>
                  <a:lnTo>
                    <a:pt x="344483" y="20998"/>
                  </a:lnTo>
                  <a:lnTo>
                    <a:pt x="390548" y="9420"/>
                  </a:lnTo>
                  <a:lnTo>
                    <a:pt x="437746" y="2377"/>
                  </a:lnTo>
                  <a:lnTo>
                    <a:pt x="485759" y="0"/>
                  </a:lnTo>
                  <a:lnTo>
                    <a:pt x="8993246" y="0"/>
                  </a:lnTo>
                  <a:lnTo>
                    <a:pt x="8993246" y="5692231"/>
                  </a:lnTo>
                  <a:close/>
                </a:path>
              </a:pathLst>
            </a:custGeom>
            <a:solidFill>
              <a:srgbClr val="12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9" y="1142573"/>
              <a:ext cx="8572499" cy="52577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90052" y="51830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0949" y="7428768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05123" y="7428768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02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56262" y="3157290"/>
            <a:ext cx="6753859" cy="571754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635000" marR="1953895">
              <a:lnSpc>
                <a:spcPts val="9560"/>
              </a:lnSpc>
              <a:spcBef>
                <a:spcPts val="1775"/>
              </a:spcBef>
            </a:pPr>
            <a:r>
              <a:rPr sz="9300" spc="-1814" dirty="0">
                <a:solidFill>
                  <a:srgbClr val="FFFFFF"/>
                </a:solidFill>
                <a:latin typeface="Trebuchet MS"/>
                <a:cs typeface="Trebuchet MS"/>
              </a:rPr>
              <a:t>ESTRUTURA </a:t>
            </a:r>
            <a:r>
              <a:rPr sz="9300" spc="-1675" dirty="0">
                <a:solidFill>
                  <a:srgbClr val="FFFFFF"/>
                </a:solidFill>
                <a:latin typeface="Trebuchet MS"/>
                <a:cs typeface="Trebuchet MS"/>
              </a:rPr>
              <a:t>FUNCIONAL</a:t>
            </a:r>
            <a:endParaRPr sz="9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300">
              <a:latin typeface="Trebuchet MS"/>
              <a:cs typeface="Trebuchet MS"/>
            </a:endParaRPr>
          </a:p>
          <a:p>
            <a:pPr marL="12700" marR="5080">
              <a:lnSpc>
                <a:spcPct val="115100"/>
              </a:lnSpc>
            </a:pPr>
            <a:r>
              <a:rPr sz="1900" spc="-9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termos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requisitos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0" dirty="0">
                <a:solidFill>
                  <a:srgbClr val="FFFFFF"/>
                </a:solidFill>
                <a:latin typeface="Verdana"/>
                <a:cs typeface="Verdana"/>
              </a:rPr>
              <a:t>hardware,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plataforma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demanda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configurações</a:t>
            </a:r>
            <a:r>
              <a:rPr sz="19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90" dirty="0">
                <a:solidFill>
                  <a:srgbClr val="FFFFFF"/>
                </a:solidFill>
                <a:latin typeface="Verdana"/>
                <a:cs typeface="Verdana"/>
              </a:rPr>
              <a:t>mínimas,</a:t>
            </a:r>
            <a:r>
              <a:rPr sz="19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sendo</a:t>
            </a:r>
            <a:r>
              <a:rPr sz="19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possível</a:t>
            </a:r>
            <a:r>
              <a:rPr sz="19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executá-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9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computadores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1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GB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memória</a:t>
            </a:r>
            <a:r>
              <a:rPr sz="19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RAM,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processadores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entrada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90" dirty="0">
                <a:solidFill>
                  <a:srgbClr val="FFFFFF"/>
                </a:solidFill>
                <a:latin typeface="Verdana"/>
                <a:cs typeface="Verdana"/>
              </a:rPr>
              <a:t>(dual-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core)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aproximadamente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100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0" dirty="0">
                <a:solidFill>
                  <a:srgbClr val="FFFFFF"/>
                </a:solidFill>
                <a:latin typeface="Verdana"/>
                <a:cs typeface="Verdana"/>
              </a:rPr>
              <a:t>MB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espaço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disponível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9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disco.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02800" y="7182275"/>
            <a:ext cx="8281670" cy="202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dos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principais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diferenciais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CodeComVocê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FFFFFF"/>
                </a:solidFill>
                <a:latin typeface="Verdana"/>
                <a:cs typeface="Verdana"/>
              </a:rPr>
              <a:t>sua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capacidade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operar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completamente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offline.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aplicação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pode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ser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executada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diretamente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90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terminal,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5" dirty="0">
                <a:solidFill>
                  <a:srgbClr val="FFFFFF"/>
                </a:solidFill>
                <a:latin typeface="Verdana"/>
                <a:cs typeface="Verdana"/>
              </a:rPr>
              <a:t>sem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necessidade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conexão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à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internet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5" dirty="0">
                <a:solidFill>
                  <a:srgbClr val="FFFFFF"/>
                </a:solidFill>
                <a:latin typeface="Verdana"/>
                <a:cs typeface="Verdana"/>
              </a:rPr>
              <a:t>ou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instalação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sistemas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complexos,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como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servidores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ou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bancos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dados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75" dirty="0">
                <a:solidFill>
                  <a:srgbClr val="FFFFFF"/>
                </a:solidFill>
                <a:latin typeface="Verdana"/>
                <a:cs typeface="Verdana"/>
              </a:rPr>
              <a:t>externos.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Ele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armazenado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localmente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dispositivo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usuário.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4898" y="8339086"/>
            <a:ext cx="393700" cy="914400"/>
          </a:xfrm>
          <a:custGeom>
            <a:avLst/>
            <a:gdLst/>
            <a:ahLst/>
            <a:cxnLst/>
            <a:rect l="l" t="t" r="r" b="b"/>
            <a:pathLst>
              <a:path w="393700" h="914400">
                <a:moveTo>
                  <a:pt x="393100" y="0"/>
                </a:moveTo>
                <a:lnTo>
                  <a:pt x="393100" y="914150"/>
                </a:lnTo>
                <a:lnTo>
                  <a:pt x="0" y="457075"/>
                </a:lnTo>
                <a:lnTo>
                  <a:pt x="393100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50797" y="2399470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15919" y="2399470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81037" y="2399470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313803" y="925342"/>
            <a:ext cx="8974455" cy="5692775"/>
            <a:chOff x="9313803" y="925342"/>
            <a:chExt cx="8974455" cy="5692775"/>
          </a:xfrm>
        </p:grpSpPr>
        <p:sp>
          <p:nvSpPr>
            <p:cNvPr id="7" name="object 7"/>
            <p:cNvSpPr/>
            <p:nvPr/>
          </p:nvSpPr>
          <p:spPr>
            <a:xfrm>
              <a:off x="9313803" y="925342"/>
              <a:ext cx="8974455" cy="5692775"/>
            </a:xfrm>
            <a:custGeom>
              <a:avLst/>
              <a:gdLst/>
              <a:ahLst/>
              <a:cxnLst/>
              <a:rect l="l" t="t" r="r" b="b"/>
              <a:pathLst>
                <a:path w="8974455" h="5692775">
                  <a:moveTo>
                    <a:pt x="8974196" y="5692231"/>
                  </a:moveTo>
                  <a:lnTo>
                    <a:pt x="485759" y="5692231"/>
                  </a:lnTo>
                  <a:lnTo>
                    <a:pt x="437746" y="5689854"/>
                  </a:lnTo>
                  <a:lnTo>
                    <a:pt x="390548" y="5682811"/>
                  </a:lnTo>
                  <a:lnTo>
                    <a:pt x="344483" y="5671234"/>
                  </a:lnTo>
                  <a:lnTo>
                    <a:pt x="299869" y="5655255"/>
                  </a:lnTo>
                  <a:lnTo>
                    <a:pt x="257024" y="5635005"/>
                  </a:lnTo>
                  <a:lnTo>
                    <a:pt x="216266" y="5610616"/>
                  </a:lnTo>
                  <a:lnTo>
                    <a:pt x="177912" y="5582221"/>
                  </a:lnTo>
                  <a:lnTo>
                    <a:pt x="142280" y="5549950"/>
                  </a:lnTo>
                  <a:lnTo>
                    <a:pt x="110009" y="5514319"/>
                  </a:lnTo>
                  <a:lnTo>
                    <a:pt x="81614" y="5475965"/>
                  </a:lnTo>
                  <a:lnTo>
                    <a:pt x="57225" y="5435206"/>
                  </a:lnTo>
                  <a:lnTo>
                    <a:pt x="36976" y="5392361"/>
                  </a:lnTo>
                  <a:lnTo>
                    <a:pt x="20996" y="5347747"/>
                  </a:lnTo>
                  <a:lnTo>
                    <a:pt x="9419" y="5301682"/>
                  </a:lnTo>
                  <a:lnTo>
                    <a:pt x="2376" y="5254484"/>
                  </a:lnTo>
                  <a:lnTo>
                    <a:pt x="0" y="5206471"/>
                  </a:lnTo>
                  <a:lnTo>
                    <a:pt x="0" y="485774"/>
                  </a:lnTo>
                  <a:lnTo>
                    <a:pt x="2376" y="437762"/>
                  </a:lnTo>
                  <a:lnTo>
                    <a:pt x="9419" y="390562"/>
                  </a:lnTo>
                  <a:lnTo>
                    <a:pt x="20996" y="344494"/>
                  </a:lnTo>
                  <a:lnTo>
                    <a:pt x="36976" y="299877"/>
                  </a:lnTo>
                  <a:lnTo>
                    <a:pt x="57225" y="257028"/>
                  </a:lnTo>
                  <a:lnTo>
                    <a:pt x="81614" y="216267"/>
                  </a:lnTo>
                  <a:lnTo>
                    <a:pt x="110009" y="177912"/>
                  </a:lnTo>
                  <a:lnTo>
                    <a:pt x="142280" y="142280"/>
                  </a:lnTo>
                  <a:lnTo>
                    <a:pt x="177912" y="110011"/>
                  </a:lnTo>
                  <a:lnTo>
                    <a:pt x="216266" y="81617"/>
                  </a:lnTo>
                  <a:lnTo>
                    <a:pt x="257024" y="57228"/>
                  </a:lnTo>
                  <a:lnTo>
                    <a:pt x="299869" y="36978"/>
                  </a:lnTo>
                  <a:lnTo>
                    <a:pt x="344483" y="20998"/>
                  </a:lnTo>
                  <a:lnTo>
                    <a:pt x="390548" y="9420"/>
                  </a:lnTo>
                  <a:lnTo>
                    <a:pt x="437746" y="2377"/>
                  </a:lnTo>
                  <a:lnTo>
                    <a:pt x="485759" y="0"/>
                  </a:lnTo>
                  <a:lnTo>
                    <a:pt x="8974196" y="0"/>
                  </a:lnTo>
                  <a:lnTo>
                    <a:pt x="8974196" y="5692231"/>
                  </a:lnTo>
                  <a:close/>
                </a:path>
              </a:pathLst>
            </a:custGeom>
            <a:solidFill>
              <a:srgbClr val="12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9" y="1142573"/>
              <a:ext cx="8572499" cy="52577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90052" y="51830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78965" y="3157290"/>
            <a:ext cx="4182110" cy="266128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 marR="5080">
              <a:lnSpc>
                <a:spcPts val="9560"/>
              </a:lnSpc>
              <a:spcBef>
                <a:spcPts val="1775"/>
              </a:spcBef>
            </a:pPr>
            <a:r>
              <a:rPr sz="9300" spc="-1814" dirty="0">
                <a:solidFill>
                  <a:srgbClr val="FFFFFF"/>
                </a:solidFill>
                <a:latin typeface="Trebuchet MS"/>
                <a:cs typeface="Trebuchet MS"/>
              </a:rPr>
              <a:t>ESTRUTURA </a:t>
            </a:r>
            <a:r>
              <a:rPr sz="9300" spc="-1675" dirty="0">
                <a:solidFill>
                  <a:srgbClr val="FFFFFF"/>
                </a:solidFill>
                <a:latin typeface="Trebuchet MS"/>
                <a:cs typeface="Trebuchet MS"/>
              </a:rPr>
              <a:t>FUNCIONAL</a:t>
            </a:r>
            <a:endParaRPr sz="93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0949" y="7428768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03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05123" y="7428768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04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5685" y="7362935"/>
            <a:ext cx="7032625" cy="144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399"/>
              </a:lnSpc>
              <a:spcBef>
                <a:spcPts val="95"/>
              </a:spcBef>
            </a:pP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Adicionalmente,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os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dados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dos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usuários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são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armazenados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arquivos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locais,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possibilita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sua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portabilidade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meio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dispositivos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armazenamento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externo,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como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unidades</a:t>
            </a:r>
            <a:r>
              <a:rPr sz="20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USB.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76583" y="7294172"/>
            <a:ext cx="8131175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399"/>
              </a:lnSpc>
              <a:spcBef>
                <a:spcPts val="100"/>
              </a:spcBef>
              <a:tabLst>
                <a:tab pos="3791585" algn="l"/>
              </a:tabLst>
            </a:pPr>
            <a:r>
              <a:rPr sz="2100" spc="-140" dirty="0">
                <a:solidFill>
                  <a:srgbClr val="FFFFFF"/>
                </a:solidFill>
                <a:latin typeface="Lucida Sans"/>
                <a:cs typeface="Lucida Sans"/>
              </a:rPr>
              <a:t>A</a:t>
            </a:r>
            <a:r>
              <a:rPr sz="2100" spc="-114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Lucida Sans"/>
                <a:cs typeface="Lucida Sans"/>
              </a:rPr>
              <a:t>proposta</a:t>
            </a:r>
            <a:r>
              <a:rPr sz="2100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"/>
                <a:cs typeface="Lucida Sans"/>
              </a:rPr>
              <a:t>é</a:t>
            </a:r>
            <a:r>
              <a:rPr sz="2100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Lucida Sans"/>
                <a:cs typeface="Lucida Sans"/>
              </a:rPr>
              <a:t>garantir</a:t>
            </a:r>
            <a:r>
              <a:rPr sz="2100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Lucida Sans"/>
                <a:cs typeface="Lucida Sans"/>
              </a:rPr>
              <a:t>que</a:t>
            </a:r>
            <a:r>
              <a:rPr sz="2100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Lucida Sans"/>
                <a:cs typeface="Lucida Sans"/>
              </a:rPr>
              <a:t>qualquer</a:t>
            </a:r>
            <a:r>
              <a:rPr sz="2100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Lucida Sans"/>
                <a:cs typeface="Lucida Sans"/>
              </a:rPr>
              <a:t>computador</a:t>
            </a:r>
            <a:r>
              <a:rPr sz="2100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Lucida Sans"/>
                <a:cs typeface="Lucida Sans"/>
              </a:rPr>
              <a:t>básico</a:t>
            </a:r>
            <a:r>
              <a:rPr sz="2100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Lucida Sans"/>
                <a:cs typeface="Lucida Sans"/>
              </a:rPr>
              <a:t>possa</a:t>
            </a:r>
            <a:r>
              <a:rPr sz="2100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Lucida Sans"/>
                <a:cs typeface="Lucida Sans"/>
              </a:rPr>
              <a:t>ser </a:t>
            </a:r>
            <a:r>
              <a:rPr sz="2100" spc="-35" dirty="0">
                <a:solidFill>
                  <a:srgbClr val="FFFFFF"/>
                </a:solidFill>
                <a:latin typeface="Lucida Sans"/>
                <a:cs typeface="Lucida Sans"/>
              </a:rPr>
              <a:t>transformado</a:t>
            </a:r>
            <a:r>
              <a:rPr sz="2100" spc="-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"/>
                <a:cs typeface="Lucida Sans"/>
              </a:rPr>
              <a:t>em</a:t>
            </a:r>
            <a:r>
              <a:rPr sz="2100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"/>
                <a:cs typeface="Lucida Sans"/>
              </a:rPr>
              <a:t>uma</a:t>
            </a:r>
            <a:r>
              <a:rPr sz="2100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Lucida Sans"/>
                <a:cs typeface="Lucida Sans"/>
              </a:rPr>
              <a:t>ferramenta</a:t>
            </a:r>
            <a:r>
              <a:rPr sz="2100" spc="-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Lucida Sans"/>
                <a:cs typeface="Lucida Sans"/>
              </a:rPr>
              <a:t>eficaz</a:t>
            </a:r>
            <a:r>
              <a:rPr sz="2100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"/>
                <a:cs typeface="Lucida Sans"/>
              </a:rPr>
              <a:t>de</a:t>
            </a:r>
            <a:r>
              <a:rPr sz="2100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Lucida Sans"/>
                <a:cs typeface="Lucida Sans"/>
              </a:rPr>
              <a:t>apoio</a:t>
            </a:r>
            <a:r>
              <a:rPr sz="2100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"/>
                <a:cs typeface="Lucida Sans"/>
              </a:rPr>
              <a:t>ao</a:t>
            </a:r>
            <a:r>
              <a:rPr sz="2100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Lucida Sans"/>
                <a:cs typeface="Lucida Sans"/>
              </a:rPr>
              <a:t>ensino</a:t>
            </a:r>
            <a:r>
              <a:rPr sz="2100" spc="-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"/>
                <a:cs typeface="Lucida Sans"/>
              </a:rPr>
              <a:t>e</a:t>
            </a:r>
            <a:r>
              <a:rPr sz="2100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Lucida Sans"/>
                <a:cs typeface="Lucida Sans"/>
              </a:rPr>
              <a:t>à </a:t>
            </a:r>
            <a:r>
              <a:rPr sz="2100" spc="-65" dirty="0">
                <a:solidFill>
                  <a:srgbClr val="FFFFFF"/>
                </a:solidFill>
                <a:latin typeface="Lucida Sans"/>
                <a:cs typeface="Lucida Sans"/>
              </a:rPr>
              <a:t>aprendizagem,</a:t>
            </a:r>
            <a:r>
              <a:rPr sz="2100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Lucida Sans"/>
                <a:cs typeface="Lucida Sans"/>
              </a:rPr>
              <a:t>sem</a:t>
            </a:r>
            <a:r>
              <a:rPr sz="2100" spc="-10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Lucida Sans"/>
                <a:cs typeface="Lucida Sans"/>
              </a:rPr>
              <a:t>barreiras</a:t>
            </a:r>
            <a:r>
              <a:rPr sz="2100" dirty="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sz="2100" spc="-55" dirty="0">
                <a:solidFill>
                  <a:srgbClr val="FFFFFF"/>
                </a:solidFill>
                <a:latin typeface="Lucida Sans"/>
                <a:cs typeface="Lucida Sans"/>
              </a:rPr>
              <a:t>técnicas</a:t>
            </a:r>
            <a:r>
              <a:rPr sz="2100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"/>
                <a:cs typeface="Lucida Sans"/>
              </a:rPr>
              <a:t>ou</a:t>
            </a:r>
            <a:r>
              <a:rPr sz="2100" spc="-13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Lucida Sans"/>
                <a:cs typeface="Lucida Sans"/>
              </a:rPr>
              <a:t>financeiras,</a:t>
            </a:r>
            <a:endParaRPr sz="21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4898" y="8339086"/>
            <a:ext cx="393700" cy="914400"/>
          </a:xfrm>
          <a:custGeom>
            <a:avLst/>
            <a:gdLst/>
            <a:ahLst/>
            <a:cxnLst/>
            <a:rect l="l" t="t" r="r" b="b"/>
            <a:pathLst>
              <a:path w="393700" h="914400">
                <a:moveTo>
                  <a:pt x="393100" y="0"/>
                </a:moveTo>
                <a:lnTo>
                  <a:pt x="393100" y="914150"/>
                </a:lnTo>
                <a:lnTo>
                  <a:pt x="0" y="457075"/>
                </a:lnTo>
                <a:lnTo>
                  <a:pt x="393100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31552" y="2131188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32247" y="2131188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31052" y="2131188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99987" y="6620286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1550"/>
              </a:spcBef>
            </a:pPr>
            <a:r>
              <a:rPr sz="1600" spc="-25" dirty="0">
                <a:solidFill>
                  <a:srgbClr val="0A081C"/>
                </a:solidFill>
                <a:latin typeface="Arial Black"/>
                <a:cs typeface="Arial Black"/>
              </a:rPr>
              <a:t>03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9987" y="8056351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550"/>
              </a:spcBef>
            </a:pPr>
            <a:r>
              <a:rPr sz="1600" spc="-25" dirty="0">
                <a:solidFill>
                  <a:srgbClr val="0A081C"/>
                </a:solidFill>
                <a:latin typeface="Arial Black"/>
                <a:cs typeface="Arial Black"/>
              </a:rPr>
              <a:t>04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2000102"/>
            <a:ext cx="6152515" cy="6734175"/>
            <a:chOff x="0" y="2000102"/>
            <a:chExt cx="6152515" cy="6734175"/>
          </a:xfrm>
        </p:grpSpPr>
        <p:sp>
          <p:nvSpPr>
            <p:cNvPr id="9" name="object 9"/>
            <p:cNvSpPr/>
            <p:nvPr/>
          </p:nvSpPr>
          <p:spPr>
            <a:xfrm>
              <a:off x="0" y="2000102"/>
              <a:ext cx="6152515" cy="6734175"/>
            </a:xfrm>
            <a:custGeom>
              <a:avLst/>
              <a:gdLst/>
              <a:ahLst/>
              <a:cxnLst/>
              <a:rect l="l" t="t" r="r" b="b"/>
              <a:pathLst>
                <a:path w="6152515" h="6734175">
                  <a:moveTo>
                    <a:pt x="5666537" y="6734007"/>
                  </a:moveTo>
                  <a:lnTo>
                    <a:pt x="0" y="6734001"/>
                  </a:lnTo>
                  <a:lnTo>
                    <a:pt x="0" y="0"/>
                  </a:lnTo>
                  <a:lnTo>
                    <a:pt x="5666537" y="0"/>
                  </a:lnTo>
                  <a:lnTo>
                    <a:pt x="5714551" y="2377"/>
                  </a:lnTo>
                  <a:lnTo>
                    <a:pt x="5761752" y="9420"/>
                  </a:lnTo>
                  <a:lnTo>
                    <a:pt x="5807822" y="20997"/>
                  </a:lnTo>
                  <a:lnTo>
                    <a:pt x="5852442" y="36977"/>
                  </a:lnTo>
                  <a:lnTo>
                    <a:pt x="5895293" y="57227"/>
                  </a:lnTo>
                  <a:lnTo>
                    <a:pt x="5936056" y="81615"/>
                  </a:lnTo>
                  <a:lnTo>
                    <a:pt x="5974413" y="110010"/>
                  </a:lnTo>
                  <a:lnTo>
                    <a:pt x="6010046" y="142280"/>
                  </a:lnTo>
                  <a:lnTo>
                    <a:pt x="6042317" y="177911"/>
                  </a:lnTo>
                  <a:lnTo>
                    <a:pt x="6070712" y="216266"/>
                  </a:lnTo>
                  <a:lnTo>
                    <a:pt x="6095101" y="257027"/>
                  </a:lnTo>
                  <a:lnTo>
                    <a:pt x="6115351" y="299876"/>
                  </a:lnTo>
                  <a:lnTo>
                    <a:pt x="6131330" y="344494"/>
                  </a:lnTo>
                  <a:lnTo>
                    <a:pt x="6142907" y="390562"/>
                  </a:lnTo>
                  <a:lnTo>
                    <a:pt x="6149950" y="437761"/>
                  </a:lnTo>
                  <a:lnTo>
                    <a:pt x="6152327" y="485775"/>
                  </a:lnTo>
                  <a:lnTo>
                    <a:pt x="6152327" y="6248211"/>
                  </a:lnTo>
                  <a:lnTo>
                    <a:pt x="6149950" y="6296225"/>
                  </a:lnTo>
                  <a:lnTo>
                    <a:pt x="6142907" y="6343427"/>
                  </a:lnTo>
                  <a:lnTo>
                    <a:pt x="6131330" y="6389496"/>
                  </a:lnTo>
                  <a:lnTo>
                    <a:pt x="6115351" y="6434116"/>
                  </a:lnTo>
                  <a:lnTo>
                    <a:pt x="6095101" y="6476967"/>
                  </a:lnTo>
                  <a:lnTo>
                    <a:pt x="6070712" y="6517730"/>
                  </a:lnTo>
                  <a:lnTo>
                    <a:pt x="6042317" y="6556088"/>
                  </a:lnTo>
                  <a:lnTo>
                    <a:pt x="6010046" y="6591720"/>
                  </a:lnTo>
                  <a:lnTo>
                    <a:pt x="5974413" y="6623991"/>
                  </a:lnTo>
                  <a:lnTo>
                    <a:pt x="5936056" y="6652387"/>
                  </a:lnTo>
                  <a:lnTo>
                    <a:pt x="5895293" y="6676775"/>
                  </a:lnTo>
                  <a:lnTo>
                    <a:pt x="5852442" y="6697025"/>
                  </a:lnTo>
                  <a:lnTo>
                    <a:pt x="5807822" y="6713004"/>
                  </a:lnTo>
                  <a:lnTo>
                    <a:pt x="5761752" y="6724581"/>
                  </a:lnTo>
                  <a:lnTo>
                    <a:pt x="5714551" y="6731624"/>
                  </a:lnTo>
                  <a:lnTo>
                    <a:pt x="5666537" y="6734007"/>
                  </a:lnTo>
                  <a:close/>
                </a:path>
              </a:pathLst>
            </a:custGeom>
            <a:solidFill>
              <a:srgbClr val="12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53245"/>
              <a:ext cx="5870564" cy="621028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90052" y="51830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99987" y="3429121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00619" y="1937547"/>
            <a:ext cx="9544050" cy="2306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8755" algn="ctr">
              <a:lnSpc>
                <a:spcPct val="100000"/>
              </a:lnSpc>
              <a:spcBef>
                <a:spcPts val="135"/>
              </a:spcBef>
            </a:pPr>
            <a:r>
              <a:rPr sz="6350" spc="-1235" dirty="0">
                <a:solidFill>
                  <a:srgbClr val="FFFFFF"/>
                </a:solidFill>
                <a:latin typeface="Trebuchet MS"/>
                <a:cs typeface="Trebuchet MS"/>
              </a:rPr>
              <a:t>ESTRUTURA</a:t>
            </a:r>
            <a:r>
              <a:rPr sz="6350" spc="-6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350" spc="-1295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6350" spc="-6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350" spc="-865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6350">
              <a:latin typeface="Trebuchet MS"/>
              <a:cs typeface="Trebuchet MS"/>
            </a:endParaRPr>
          </a:p>
          <a:p>
            <a:pPr marL="12700" marR="5080" indent="59055">
              <a:lnSpc>
                <a:spcPct val="115100"/>
              </a:lnSpc>
              <a:spcBef>
                <a:spcPts val="2425"/>
              </a:spcBef>
            </a:pP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plataforma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CodeComVocê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foi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desenvolvida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utilizando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tecnologias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acessíveis,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gratuitas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foco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simplicidade,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eficiência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usabilidade.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principal</a:t>
            </a:r>
            <a:r>
              <a:rPr sz="19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linguagem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utilizada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desenvolvimento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foi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Python,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versão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3.11.9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99987" y="4964582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20066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80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02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00619" y="4491348"/>
            <a:ext cx="10472420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-1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processo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cadastro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login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dos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usuários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representa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porta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entrada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sistema.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r>
              <a:rPr sz="19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cadastro,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são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coletadas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informações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como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nome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completo,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idade,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14" dirty="0">
                <a:solidFill>
                  <a:srgbClr val="FFFFFF"/>
                </a:solidFill>
                <a:latin typeface="Verdana"/>
                <a:cs typeface="Verdana"/>
              </a:rPr>
              <a:t>e-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mail</a:t>
            </a:r>
            <a:r>
              <a:rPr sz="19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senha.</a:t>
            </a:r>
            <a:r>
              <a:rPr sz="1900" spc="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segurança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das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credenciais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75" dirty="0">
                <a:solidFill>
                  <a:srgbClr val="FFFFFF"/>
                </a:solidFill>
                <a:latin typeface="Verdana"/>
                <a:cs typeface="Verdana"/>
              </a:rPr>
              <a:t>assegurada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meio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criptografia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das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0" dirty="0">
                <a:solidFill>
                  <a:srgbClr val="FFFFFF"/>
                </a:solidFill>
                <a:latin typeface="Verdana"/>
                <a:cs typeface="Verdana"/>
              </a:rPr>
              <a:t>senhas,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utilizando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o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algoritmo</a:t>
            </a:r>
            <a:r>
              <a:rPr sz="19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25" dirty="0">
                <a:solidFill>
                  <a:srgbClr val="FFFFFF"/>
                </a:solidFill>
                <a:latin typeface="Verdana"/>
                <a:cs typeface="Verdana"/>
              </a:rPr>
              <a:t>SHA-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256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0619" y="6242241"/>
            <a:ext cx="10387965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persistência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dos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dados,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como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informações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usuários,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desempenho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nos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quizzes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e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feedbacks,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foi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adotado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formato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JSON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(JavaScript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Object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Notation).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FFFFFF"/>
                </a:solidFill>
                <a:latin typeface="Verdana"/>
                <a:cs typeface="Verdana"/>
              </a:rPr>
              <a:t>Essa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escolha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19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deu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FFFFFF"/>
                </a:solidFill>
                <a:latin typeface="Verdana"/>
                <a:cs typeface="Verdana"/>
              </a:rPr>
              <a:t>sua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0" dirty="0">
                <a:solidFill>
                  <a:srgbClr val="FFFFFF"/>
                </a:solidFill>
                <a:latin typeface="Verdana"/>
                <a:cs typeface="Verdana"/>
              </a:rPr>
              <a:t>leveza,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simplicidade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leitura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escrita,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pela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excelente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integração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o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Python.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00619" y="7954071"/>
            <a:ext cx="9335770" cy="1054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90"/>
              </a:spcBef>
            </a:pPr>
            <a:r>
              <a:rPr sz="1950" spc="-75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relação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ao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ambiente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operacional,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plataforma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20" dirty="0">
                <a:solidFill>
                  <a:srgbClr val="FFFFFF"/>
                </a:solidFill>
                <a:latin typeface="Verdana"/>
                <a:cs typeface="Verdana"/>
              </a:rPr>
              <a:t>foi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5" dirty="0">
                <a:solidFill>
                  <a:srgbClr val="FFFFFF"/>
                </a:solidFill>
                <a:latin typeface="Verdana"/>
                <a:cs typeface="Verdana"/>
              </a:rPr>
              <a:t>desenvolvida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forma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compatível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os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sistemas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Windows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65" dirty="0">
                <a:solidFill>
                  <a:srgbClr val="FFFFFF"/>
                </a:solidFill>
                <a:latin typeface="Verdana"/>
                <a:cs typeface="Verdana"/>
              </a:rPr>
              <a:t>Linux,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5" dirty="0">
                <a:solidFill>
                  <a:srgbClr val="FFFFFF"/>
                </a:solidFill>
                <a:latin typeface="Verdana"/>
                <a:cs typeface="Verdana"/>
              </a:rPr>
              <a:t>priorizando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portabilidade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acessibilidade.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35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entanto,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escolha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45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sistema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Windows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10" dirty="0">
                <a:solidFill>
                  <a:srgbClr val="FFFFFF"/>
                </a:solidFill>
                <a:latin typeface="Verdana"/>
                <a:cs typeface="Verdana"/>
              </a:rPr>
              <a:t>como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padrão.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309920"/>
            <a:ext cx="5240020" cy="4977130"/>
            <a:chOff x="0" y="5309920"/>
            <a:chExt cx="5240020" cy="4977130"/>
          </a:xfrm>
        </p:grpSpPr>
        <p:sp>
          <p:nvSpPr>
            <p:cNvPr id="3" name="object 3"/>
            <p:cNvSpPr/>
            <p:nvPr/>
          </p:nvSpPr>
          <p:spPr>
            <a:xfrm>
              <a:off x="0" y="5309920"/>
              <a:ext cx="5240020" cy="4977130"/>
            </a:xfrm>
            <a:custGeom>
              <a:avLst/>
              <a:gdLst/>
              <a:ahLst/>
              <a:cxnLst/>
              <a:rect l="l" t="t" r="r" b="b"/>
              <a:pathLst>
                <a:path w="5240020" h="4977130">
                  <a:moveTo>
                    <a:pt x="5239847" y="4977079"/>
                  </a:moveTo>
                  <a:lnTo>
                    <a:pt x="0" y="4977079"/>
                  </a:lnTo>
                  <a:lnTo>
                    <a:pt x="0" y="0"/>
                  </a:lnTo>
                  <a:lnTo>
                    <a:pt x="5239847" y="0"/>
                  </a:lnTo>
                  <a:lnTo>
                    <a:pt x="5239847" y="4977079"/>
                  </a:lnTo>
                  <a:close/>
                </a:path>
              </a:pathLst>
            </a:custGeom>
            <a:solidFill>
              <a:srgbClr val="12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542605"/>
              <a:ext cx="5036667" cy="474439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1683409" y="6463984"/>
            <a:ext cx="6604634" cy="2976245"/>
            <a:chOff x="11683409" y="6463984"/>
            <a:chExt cx="6604634" cy="2976245"/>
          </a:xfrm>
        </p:grpSpPr>
        <p:sp>
          <p:nvSpPr>
            <p:cNvPr id="6" name="object 6"/>
            <p:cNvSpPr/>
            <p:nvPr/>
          </p:nvSpPr>
          <p:spPr>
            <a:xfrm>
              <a:off x="11683403" y="6463994"/>
              <a:ext cx="6604634" cy="2976245"/>
            </a:xfrm>
            <a:custGeom>
              <a:avLst/>
              <a:gdLst/>
              <a:ahLst/>
              <a:cxnLst/>
              <a:rect l="l" t="t" r="r" b="b"/>
              <a:pathLst>
                <a:path w="6604634" h="2976245">
                  <a:moveTo>
                    <a:pt x="6604597" y="1875104"/>
                  </a:moveTo>
                  <a:lnTo>
                    <a:pt x="6604584" y="129768"/>
                  </a:lnTo>
                  <a:lnTo>
                    <a:pt x="6582765" y="110007"/>
                  </a:lnTo>
                  <a:lnTo>
                    <a:pt x="6544411" y="81610"/>
                  </a:lnTo>
                  <a:lnTo>
                    <a:pt x="6503644" y="57226"/>
                  </a:lnTo>
                  <a:lnTo>
                    <a:pt x="6460795" y="36969"/>
                  </a:lnTo>
                  <a:lnTo>
                    <a:pt x="6416167" y="20993"/>
                  </a:lnTo>
                  <a:lnTo>
                    <a:pt x="6370104" y="9410"/>
                  </a:lnTo>
                  <a:lnTo>
                    <a:pt x="6322898" y="2374"/>
                  </a:lnTo>
                  <a:lnTo>
                    <a:pt x="6274892" y="0"/>
                  </a:lnTo>
                  <a:lnTo>
                    <a:pt x="485787" y="0"/>
                  </a:lnTo>
                  <a:lnTo>
                    <a:pt x="437781" y="2374"/>
                  </a:lnTo>
                  <a:lnTo>
                    <a:pt x="390575" y="9410"/>
                  </a:lnTo>
                  <a:lnTo>
                    <a:pt x="344500" y="20993"/>
                  </a:lnTo>
                  <a:lnTo>
                    <a:pt x="299885" y="36969"/>
                  </a:lnTo>
                  <a:lnTo>
                    <a:pt x="257035" y="57226"/>
                  </a:lnTo>
                  <a:lnTo>
                    <a:pt x="216268" y="81610"/>
                  </a:lnTo>
                  <a:lnTo>
                    <a:pt x="177914" y="110007"/>
                  </a:lnTo>
                  <a:lnTo>
                    <a:pt x="142278" y="142278"/>
                  </a:lnTo>
                  <a:lnTo>
                    <a:pt x="110007" y="177901"/>
                  </a:lnTo>
                  <a:lnTo>
                    <a:pt x="81610" y="216242"/>
                  </a:lnTo>
                  <a:lnTo>
                    <a:pt x="57226" y="257009"/>
                  </a:lnTo>
                  <a:lnTo>
                    <a:pt x="36982" y="299859"/>
                  </a:lnTo>
                  <a:lnTo>
                    <a:pt x="20993" y="344474"/>
                  </a:lnTo>
                  <a:lnTo>
                    <a:pt x="9423" y="390537"/>
                  </a:lnTo>
                  <a:lnTo>
                    <a:pt x="2374" y="437743"/>
                  </a:lnTo>
                  <a:lnTo>
                    <a:pt x="0" y="485749"/>
                  </a:lnTo>
                  <a:lnTo>
                    <a:pt x="0" y="2490216"/>
                  </a:lnTo>
                  <a:lnTo>
                    <a:pt x="2374" y="2538222"/>
                  </a:lnTo>
                  <a:lnTo>
                    <a:pt x="9423" y="2585415"/>
                  </a:lnTo>
                  <a:lnTo>
                    <a:pt x="20993" y="2631478"/>
                  </a:lnTo>
                  <a:lnTo>
                    <a:pt x="36982" y="2676093"/>
                  </a:lnTo>
                  <a:lnTo>
                    <a:pt x="57226" y="2718943"/>
                  </a:lnTo>
                  <a:lnTo>
                    <a:pt x="81610" y="2759697"/>
                  </a:lnTo>
                  <a:lnTo>
                    <a:pt x="110007" y="2798064"/>
                  </a:lnTo>
                  <a:lnTo>
                    <a:pt x="142278" y="2833687"/>
                  </a:lnTo>
                  <a:lnTo>
                    <a:pt x="177914" y="2865958"/>
                  </a:lnTo>
                  <a:lnTo>
                    <a:pt x="216268" y="2894355"/>
                  </a:lnTo>
                  <a:lnTo>
                    <a:pt x="257035" y="2918752"/>
                  </a:lnTo>
                  <a:lnTo>
                    <a:pt x="299885" y="2938996"/>
                  </a:lnTo>
                  <a:lnTo>
                    <a:pt x="344500" y="2954972"/>
                  </a:lnTo>
                  <a:lnTo>
                    <a:pt x="390575" y="2966555"/>
                  </a:lnTo>
                  <a:lnTo>
                    <a:pt x="437781" y="2973590"/>
                  </a:lnTo>
                  <a:lnTo>
                    <a:pt x="485787" y="2975991"/>
                  </a:lnTo>
                  <a:lnTo>
                    <a:pt x="6274892" y="2975991"/>
                  </a:lnTo>
                  <a:lnTo>
                    <a:pt x="6322898" y="2973590"/>
                  </a:lnTo>
                  <a:lnTo>
                    <a:pt x="6370104" y="2966555"/>
                  </a:lnTo>
                  <a:lnTo>
                    <a:pt x="6416167" y="2954972"/>
                  </a:lnTo>
                  <a:lnTo>
                    <a:pt x="6460795" y="2938996"/>
                  </a:lnTo>
                  <a:lnTo>
                    <a:pt x="6503644" y="2918752"/>
                  </a:lnTo>
                  <a:lnTo>
                    <a:pt x="6544411" y="2894355"/>
                  </a:lnTo>
                  <a:lnTo>
                    <a:pt x="6582765" y="2865958"/>
                  </a:lnTo>
                  <a:lnTo>
                    <a:pt x="6604584" y="2846197"/>
                  </a:lnTo>
                  <a:lnTo>
                    <a:pt x="6604584" y="2789237"/>
                  </a:lnTo>
                  <a:lnTo>
                    <a:pt x="6604597" y="1875104"/>
                  </a:lnTo>
                  <a:close/>
                </a:path>
              </a:pathLst>
            </a:custGeom>
            <a:solidFill>
              <a:srgbClr val="12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02617" y="6749460"/>
              <a:ext cx="6485381" cy="246697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90654" y="949174"/>
            <a:ext cx="5700395" cy="1330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50" spc="-1405" dirty="0">
                <a:solidFill>
                  <a:srgbClr val="FFFFFF"/>
                </a:solidFill>
                <a:latin typeface="Trebuchet MS"/>
                <a:cs typeface="Trebuchet MS"/>
              </a:rPr>
              <a:t>SOBRE</a:t>
            </a:r>
            <a:r>
              <a:rPr sz="8550" spc="-94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50" spc="-196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8550" spc="-9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50" spc="-1655" dirty="0">
                <a:solidFill>
                  <a:srgbClr val="FFFFFF"/>
                </a:solidFill>
                <a:latin typeface="Trebuchet MS"/>
                <a:cs typeface="Trebuchet MS"/>
              </a:rPr>
              <a:t>CÓDIGO</a:t>
            </a:r>
            <a:endParaRPr sz="85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79689" y="1400961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54115" y="1400961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07580" y="1400961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519287" y="5542604"/>
            <a:ext cx="6003290" cy="4744720"/>
            <a:chOff x="5519287" y="5542604"/>
            <a:chExt cx="6003290" cy="4744720"/>
          </a:xfrm>
        </p:grpSpPr>
        <p:sp>
          <p:nvSpPr>
            <p:cNvPr id="13" name="object 13"/>
            <p:cNvSpPr/>
            <p:nvPr/>
          </p:nvSpPr>
          <p:spPr>
            <a:xfrm>
              <a:off x="5519287" y="5542604"/>
              <a:ext cx="6003290" cy="4744720"/>
            </a:xfrm>
            <a:custGeom>
              <a:avLst/>
              <a:gdLst/>
              <a:ahLst/>
              <a:cxnLst/>
              <a:rect l="l" t="t" r="r" b="b"/>
              <a:pathLst>
                <a:path w="6003290" h="4744720">
                  <a:moveTo>
                    <a:pt x="6003185" y="4744394"/>
                  </a:moveTo>
                  <a:lnTo>
                    <a:pt x="0" y="4744394"/>
                  </a:lnTo>
                  <a:lnTo>
                    <a:pt x="0" y="485790"/>
                  </a:lnTo>
                  <a:lnTo>
                    <a:pt x="2376" y="437775"/>
                  </a:lnTo>
                  <a:lnTo>
                    <a:pt x="9419" y="390574"/>
                  </a:lnTo>
                  <a:lnTo>
                    <a:pt x="20996" y="344504"/>
                  </a:lnTo>
                  <a:lnTo>
                    <a:pt x="36975" y="299884"/>
                  </a:lnTo>
                  <a:lnTo>
                    <a:pt x="57225" y="257034"/>
                  </a:lnTo>
                  <a:lnTo>
                    <a:pt x="81614" y="216270"/>
                  </a:lnTo>
                  <a:lnTo>
                    <a:pt x="110009" y="177913"/>
                  </a:lnTo>
                  <a:lnTo>
                    <a:pt x="142280" y="142280"/>
                  </a:lnTo>
                  <a:lnTo>
                    <a:pt x="177913" y="110018"/>
                  </a:lnTo>
                  <a:lnTo>
                    <a:pt x="216270" y="81627"/>
                  </a:lnTo>
                  <a:lnTo>
                    <a:pt x="257034" y="57239"/>
                  </a:lnTo>
                  <a:lnTo>
                    <a:pt x="299884" y="36987"/>
                  </a:lnTo>
                  <a:lnTo>
                    <a:pt x="344504" y="21004"/>
                  </a:lnTo>
                  <a:lnTo>
                    <a:pt x="390574" y="9423"/>
                  </a:lnTo>
                  <a:lnTo>
                    <a:pt x="437775" y="2378"/>
                  </a:lnTo>
                  <a:lnTo>
                    <a:pt x="485790" y="0"/>
                  </a:lnTo>
                  <a:lnTo>
                    <a:pt x="5521329" y="0"/>
                  </a:lnTo>
                  <a:lnTo>
                    <a:pt x="5569344" y="2378"/>
                  </a:lnTo>
                  <a:lnTo>
                    <a:pt x="5616545" y="9423"/>
                  </a:lnTo>
                  <a:lnTo>
                    <a:pt x="5662615" y="21004"/>
                  </a:lnTo>
                  <a:lnTo>
                    <a:pt x="5707235" y="36987"/>
                  </a:lnTo>
                  <a:lnTo>
                    <a:pt x="5750085" y="57239"/>
                  </a:lnTo>
                  <a:lnTo>
                    <a:pt x="5790849" y="81627"/>
                  </a:lnTo>
                  <a:lnTo>
                    <a:pt x="5829206" y="110018"/>
                  </a:lnTo>
                  <a:lnTo>
                    <a:pt x="5864839" y="142280"/>
                  </a:lnTo>
                  <a:lnTo>
                    <a:pt x="5897110" y="177913"/>
                  </a:lnTo>
                  <a:lnTo>
                    <a:pt x="5925505" y="216270"/>
                  </a:lnTo>
                  <a:lnTo>
                    <a:pt x="5949894" y="257034"/>
                  </a:lnTo>
                  <a:lnTo>
                    <a:pt x="5970144" y="299884"/>
                  </a:lnTo>
                  <a:lnTo>
                    <a:pt x="5986123" y="344504"/>
                  </a:lnTo>
                  <a:lnTo>
                    <a:pt x="5997700" y="390574"/>
                  </a:lnTo>
                  <a:lnTo>
                    <a:pt x="6003185" y="427334"/>
                  </a:lnTo>
                  <a:lnTo>
                    <a:pt x="6003185" y="4744394"/>
                  </a:lnTo>
                  <a:close/>
                </a:path>
              </a:pathLst>
            </a:custGeom>
            <a:solidFill>
              <a:srgbClr val="12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5921" y="5891478"/>
              <a:ext cx="5429249" cy="439100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90052" y="51830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60035" y="2302555"/>
            <a:ext cx="459549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Arial Black"/>
                <a:cs typeface="Arial Black"/>
              </a:rPr>
              <a:t>1.</a:t>
            </a:r>
            <a:r>
              <a:rPr sz="1900" spc="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240" dirty="0">
                <a:solidFill>
                  <a:srgbClr val="FFFFFF"/>
                </a:solidFill>
                <a:latin typeface="Arial Black"/>
                <a:cs typeface="Arial Black"/>
              </a:rPr>
              <a:t>ESTUDAR</a:t>
            </a:r>
            <a:r>
              <a:rPr sz="19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75" dirty="0">
                <a:solidFill>
                  <a:srgbClr val="FFFFFF"/>
                </a:solidFill>
                <a:latin typeface="Arial Black"/>
                <a:cs typeface="Arial Black"/>
              </a:rPr>
              <a:t>CONTEÚDO</a:t>
            </a:r>
            <a:r>
              <a:rPr sz="19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75" dirty="0">
                <a:solidFill>
                  <a:srgbClr val="FFFFFF"/>
                </a:solidFill>
                <a:latin typeface="Arial Black"/>
                <a:cs typeface="Arial Black"/>
              </a:rPr>
              <a:t>+</a:t>
            </a:r>
            <a:r>
              <a:rPr sz="19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254" dirty="0">
                <a:solidFill>
                  <a:srgbClr val="FFFFFF"/>
                </a:solidFill>
                <a:latin typeface="Arial Black"/>
                <a:cs typeface="Arial Black"/>
              </a:rPr>
              <a:t>FAZER</a:t>
            </a:r>
            <a:r>
              <a:rPr sz="19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95" dirty="0">
                <a:solidFill>
                  <a:srgbClr val="FFFFFF"/>
                </a:solidFill>
                <a:latin typeface="Arial Black"/>
                <a:cs typeface="Arial Black"/>
              </a:rPr>
              <a:t>QUIZ;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60035" y="2964909"/>
            <a:ext cx="261556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Arial Black"/>
                <a:cs typeface="Arial Black"/>
              </a:rPr>
              <a:t>2.</a:t>
            </a:r>
            <a:r>
              <a:rPr sz="19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200" dirty="0">
                <a:solidFill>
                  <a:srgbClr val="FFFFFF"/>
                </a:solidFill>
                <a:latin typeface="Arial Black"/>
                <a:cs typeface="Arial Black"/>
              </a:rPr>
              <a:t>RELATÓRIO</a:t>
            </a:r>
            <a:r>
              <a:rPr sz="19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80" dirty="0">
                <a:solidFill>
                  <a:srgbClr val="FFFFFF"/>
                </a:solidFill>
                <a:latin typeface="Arial Black"/>
                <a:cs typeface="Arial Black"/>
              </a:rPr>
              <a:t>GERAL;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22601" y="3627263"/>
            <a:ext cx="391096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Arial Black"/>
                <a:cs typeface="Arial Black"/>
              </a:rPr>
              <a:t>3.</a:t>
            </a:r>
            <a:r>
              <a:rPr sz="1900" spc="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90" dirty="0">
                <a:solidFill>
                  <a:srgbClr val="FFFFFF"/>
                </a:solidFill>
                <a:latin typeface="Arial Black"/>
                <a:cs typeface="Arial Black"/>
              </a:rPr>
              <a:t>AVALIAÇÃO</a:t>
            </a:r>
            <a:r>
              <a:rPr sz="19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30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190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50" dirty="0">
                <a:solidFill>
                  <a:srgbClr val="FFFFFF"/>
                </a:solidFill>
                <a:latin typeface="Arial Black"/>
                <a:cs typeface="Arial Black"/>
              </a:rPr>
              <a:t>PLATAFORMA;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22601" y="4289616"/>
            <a:ext cx="13741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Arial Black"/>
                <a:cs typeface="Arial Black"/>
              </a:rPr>
              <a:t>4.</a:t>
            </a:r>
            <a:r>
              <a:rPr sz="1900" spc="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80" dirty="0">
                <a:solidFill>
                  <a:srgbClr val="FFFFFF"/>
                </a:solidFill>
                <a:latin typeface="Arial Black"/>
                <a:cs typeface="Arial Black"/>
              </a:rPr>
              <a:t>VOLTAR.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8700" y="2817647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8700" y="3936857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02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90322" y="2700492"/>
            <a:ext cx="8992235" cy="188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" marR="5080">
              <a:lnSpc>
                <a:spcPct val="116500"/>
              </a:lnSpc>
              <a:spcBef>
                <a:spcPts val="95"/>
              </a:spcBef>
            </a:pP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sistema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inicia-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Verdana"/>
                <a:cs typeface="Verdana"/>
              </a:rPr>
              <a:t>etapa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autenticação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65" dirty="0">
                <a:solidFill>
                  <a:srgbClr val="FFFFFF"/>
                </a:solidFill>
                <a:latin typeface="Verdana"/>
                <a:cs typeface="Verdana"/>
              </a:rPr>
              <a:t>usuário,</a:t>
            </a:r>
            <a:r>
              <a:rPr sz="22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onde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possível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55" dirty="0">
                <a:solidFill>
                  <a:srgbClr val="FFFFFF"/>
                </a:solidFill>
                <a:latin typeface="Verdana"/>
                <a:cs typeface="Verdana"/>
              </a:rPr>
              <a:t>realizar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cadastro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ou</a:t>
            </a:r>
            <a:r>
              <a:rPr sz="22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login.</a:t>
            </a:r>
            <a:endParaRPr sz="2200">
              <a:latin typeface="Verdana"/>
              <a:cs typeface="Verdana"/>
            </a:endParaRPr>
          </a:p>
          <a:p>
            <a:pPr marL="994410" marR="1579245" indent="-982344">
              <a:lnSpc>
                <a:spcPct val="116500"/>
              </a:lnSpc>
              <a:spcBef>
                <a:spcPts val="2335"/>
              </a:spcBef>
            </a:pP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Após</a:t>
            </a:r>
            <a:r>
              <a:rPr sz="22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autenticação,</a:t>
            </a:r>
            <a:r>
              <a:rPr sz="2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2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Verdana"/>
                <a:cs typeface="Verdana"/>
              </a:rPr>
              <a:t>usuário</a:t>
            </a:r>
            <a:r>
              <a:rPr sz="22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2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direcionado</a:t>
            </a:r>
            <a:r>
              <a:rPr sz="2200" spc="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ao</a:t>
            </a:r>
            <a:r>
              <a:rPr sz="22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menu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principal,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FFFFFF"/>
                </a:solidFill>
                <a:latin typeface="Verdana"/>
                <a:cs typeface="Verdana"/>
              </a:rPr>
              <a:t>apresenta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Verdana"/>
                <a:cs typeface="Verdana"/>
              </a:rPr>
              <a:t>quatro</a:t>
            </a:r>
            <a:r>
              <a:rPr sz="22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Verdana"/>
                <a:cs typeface="Verdana"/>
              </a:rPr>
              <a:t>opções;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4898" y="8339086"/>
            <a:ext cx="393700" cy="914400"/>
          </a:xfrm>
          <a:custGeom>
            <a:avLst/>
            <a:gdLst/>
            <a:ahLst/>
            <a:cxnLst/>
            <a:rect l="l" t="t" r="r" b="b"/>
            <a:pathLst>
              <a:path w="393700" h="914400">
                <a:moveTo>
                  <a:pt x="393100" y="0"/>
                </a:moveTo>
                <a:lnTo>
                  <a:pt x="393100" y="914150"/>
                </a:lnTo>
                <a:lnTo>
                  <a:pt x="0" y="457075"/>
                </a:lnTo>
                <a:lnTo>
                  <a:pt x="393100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64389" y="1028873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5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5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5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5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5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5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5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5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5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5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5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5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5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5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5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5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5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5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5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5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5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5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5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5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5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5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5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5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5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5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5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5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5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5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5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5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5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5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5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5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5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5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5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5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5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5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5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5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5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5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5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5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5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5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5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5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5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5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5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5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5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5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5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5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5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5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5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5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5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5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5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5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5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5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5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5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5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5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5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5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5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5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5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5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5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5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5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5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5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5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5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5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5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5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5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5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5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5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5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5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5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5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5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5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5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5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5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5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5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5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5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5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5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5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5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5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3554" y="1028873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5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5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5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5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5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5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5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5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5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5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5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5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5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5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5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5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5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5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5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5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5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5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5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5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5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5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5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5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5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5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5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5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5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5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5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5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5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5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5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5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5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5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5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5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5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5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5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5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5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5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5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5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5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5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5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5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5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5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5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5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5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5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5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5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5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5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5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5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5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5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5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5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5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5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5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5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5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5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5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5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5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5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5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5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5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5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5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5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5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5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5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5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5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5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5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5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5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5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5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5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5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5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5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5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5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5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5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5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5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5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5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5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5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5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5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5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17986" y="1028873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5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5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5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5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5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5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5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5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5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5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5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5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5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5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5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5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5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5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5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5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5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5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5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5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5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5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5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5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5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5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5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5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5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5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5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5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5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5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5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5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5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5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5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5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5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5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5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5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5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5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5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5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5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5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5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5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5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5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5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5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5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5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5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5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5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5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5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5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5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5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5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5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5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5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5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5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5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5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5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5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5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5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5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5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5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5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5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5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5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5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5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5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5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5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5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5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5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5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5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5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5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5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5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5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5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5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5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5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5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5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5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5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5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5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5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5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857481" y="0"/>
            <a:ext cx="11430635" cy="5432425"/>
            <a:chOff x="6857481" y="0"/>
            <a:chExt cx="11430635" cy="5432425"/>
          </a:xfrm>
        </p:grpSpPr>
        <p:sp>
          <p:nvSpPr>
            <p:cNvPr id="7" name="object 7"/>
            <p:cNvSpPr/>
            <p:nvPr/>
          </p:nvSpPr>
          <p:spPr>
            <a:xfrm>
              <a:off x="6857481" y="0"/>
              <a:ext cx="11430635" cy="5432425"/>
            </a:xfrm>
            <a:custGeom>
              <a:avLst/>
              <a:gdLst/>
              <a:ahLst/>
              <a:cxnLst/>
              <a:rect l="l" t="t" r="r" b="b"/>
              <a:pathLst>
                <a:path w="11430635" h="5432425">
                  <a:moveTo>
                    <a:pt x="11430518" y="5431871"/>
                  </a:moveTo>
                  <a:lnTo>
                    <a:pt x="0" y="5431871"/>
                  </a:lnTo>
                  <a:lnTo>
                    <a:pt x="0" y="0"/>
                  </a:lnTo>
                  <a:lnTo>
                    <a:pt x="11430518" y="0"/>
                  </a:lnTo>
                  <a:lnTo>
                    <a:pt x="11430518" y="5431871"/>
                  </a:lnTo>
                  <a:close/>
                </a:path>
              </a:pathLst>
            </a:custGeom>
            <a:solidFill>
              <a:srgbClr val="12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8451" y="0"/>
              <a:ext cx="11166561" cy="524636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989463" y="518307"/>
            <a:ext cx="209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020" y="2111922"/>
            <a:ext cx="5187315" cy="254508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 marR="5080">
              <a:lnSpc>
                <a:spcPts val="6260"/>
              </a:lnSpc>
              <a:spcBef>
                <a:spcPts val="1195"/>
              </a:spcBef>
            </a:pPr>
            <a:r>
              <a:rPr sz="6100" spc="-869" dirty="0">
                <a:solidFill>
                  <a:srgbClr val="FFFFFF"/>
                </a:solidFill>
                <a:latin typeface="Trebuchet MS"/>
                <a:cs typeface="Trebuchet MS"/>
              </a:rPr>
              <a:t>ANÁLISE</a:t>
            </a:r>
            <a:r>
              <a:rPr sz="6100" spc="-6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100" spc="-994" dirty="0">
                <a:solidFill>
                  <a:srgbClr val="FFFFFF"/>
                </a:solidFill>
                <a:latin typeface="Trebuchet MS"/>
                <a:cs typeface="Trebuchet MS"/>
              </a:rPr>
              <a:t>ESTATÍSTICA </a:t>
            </a:r>
            <a:r>
              <a:rPr sz="6100" spc="-1280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6100" spc="-6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100" spc="-985" dirty="0">
                <a:solidFill>
                  <a:srgbClr val="FFFFFF"/>
                </a:solidFill>
                <a:latin typeface="Trebuchet MS"/>
                <a:cs typeface="Trebuchet MS"/>
              </a:rPr>
              <a:t>VISUALIZAÇÃO </a:t>
            </a:r>
            <a:r>
              <a:rPr sz="6100" spc="-109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endParaRPr sz="6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949" y="6751015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66246" y="6751015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02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9369" y="6686902"/>
            <a:ext cx="676211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139">
              <a:lnSpc>
                <a:spcPct val="115399"/>
              </a:lnSpc>
              <a:spcBef>
                <a:spcPts val="100"/>
              </a:spcBef>
            </a:pP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5" dirty="0">
                <a:solidFill>
                  <a:srgbClr val="FFFFFF"/>
                </a:solidFill>
                <a:latin typeface="Verdana"/>
                <a:cs typeface="Verdana"/>
              </a:rPr>
              <a:t>análise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desempenho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dos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estudantes</a:t>
            </a:r>
            <a:r>
              <a:rPr sz="19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foi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60" dirty="0">
                <a:solidFill>
                  <a:srgbClr val="FFFFFF"/>
                </a:solidFill>
                <a:latin typeface="Verdana"/>
                <a:cs typeface="Verdana"/>
              </a:rPr>
              <a:t>realizada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dados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estruturados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90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5" dirty="0">
                <a:solidFill>
                  <a:srgbClr val="FFFFFF"/>
                </a:solidFill>
                <a:latin typeface="Verdana"/>
                <a:cs typeface="Verdana"/>
              </a:rPr>
              <a:t>formato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JSON.</a:t>
            </a:r>
            <a:endParaRPr sz="1950">
              <a:latin typeface="Verdana"/>
              <a:cs typeface="Verdana"/>
            </a:endParaRPr>
          </a:p>
          <a:p>
            <a:pPr marL="12700" marR="5080">
              <a:lnSpc>
                <a:spcPct val="115399"/>
              </a:lnSpc>
            </a:pP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visualização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5" dirty="0">
                <a:solidFill>
                  <a:srgbClr val="FFFFFF"/>
                </a:solidFill>
                <a:latin typeface="Verdana"/>
                <a:cs typeface="Verdana"/>
              </a:rPr>
              <a:t>das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5" dirty="0">
                <a:solidFill>
                  <a:srgbClr val="FFFFFF"/>
                </a:solidFill>
                <a:latin typeface="Verdana"/>
                <a:cs typeface="Verdana"/>
              </a:rPr>
              <a:t>métricas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desempenho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foi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realizada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19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biblioteca</a:t>
            </a:r>
            <a:r>
              <a:rPr sz="19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Matplotlib.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74200" y="6676734"/>
            <a:ext cx="803719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Utilizando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FFFFFF"/>
                </a:solidFill>
                <a:latin typeface="Verdana"/>
                <a:cs typeface="Verdana"/>
              </a:rPr>
              <a:t>essa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biblioteca,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foram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gerados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gráficos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barras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representam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média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notas,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tempo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médio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nos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quizzes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tempo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médio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leitura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dos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PDFs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cada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estudante.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4898" y="8339086"/>
            <a:ext cx="393700" cy="914400"/>
          </a:xfrm>
          <a:custGeom>
            <a:avLst/>
            <a:gdLst/>
            <a:ahLst/>
            <a:cxnLst/>
            <a:rect l="l" t="t" r="r" b="b"/>
            <a:pathLst>
              <a:path w="393700" h="914400">
                <a:moveTo>
                  <a:pt x="393100" y="0"/>
                </a:moveTo>
                <a:lnTo>
                  <a:pt x="393100" y="914150"/>
                </a:lnTo>
                <a:lnTo>
                  <a:pt x="0" y="457075"/>
                </a:lnTo>
                <a:lnTo>
                  <a:pt x="393100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64389" y="1028873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5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5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5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5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5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5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5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5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5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5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5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5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5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5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5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5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5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5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5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5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5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5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5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5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5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5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5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5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5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5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5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5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5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5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5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5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5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5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5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5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5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5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5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5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5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5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5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5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5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5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5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5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5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5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5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5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5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5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5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5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5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5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5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5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5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5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5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5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5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5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5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5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5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5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5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5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5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5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5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5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5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5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5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5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5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5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5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5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5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5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5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5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5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5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5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5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5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5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5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5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5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5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5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5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5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5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5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5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5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5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5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5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5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5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5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5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3554" y="1028873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5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5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5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5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5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5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5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5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5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5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5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5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5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5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5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5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5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5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5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5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5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5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5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5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5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5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5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5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5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5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5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5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5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5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5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5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5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5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5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5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5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5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5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5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5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5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5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5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5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5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5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5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5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5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5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5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5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5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5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5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5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5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5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5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5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5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5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5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5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5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5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5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5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5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5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5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5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5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5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5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5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5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5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5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5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5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5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5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5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5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5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5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5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5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5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5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5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5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5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5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5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5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5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5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5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5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5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5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5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5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5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5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5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5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5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5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17986" y="1028873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5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5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5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5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5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5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5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5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5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5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5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5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5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5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5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5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5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5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5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5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5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5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5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5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5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5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5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5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5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5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5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5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5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5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5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5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5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5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5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5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5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5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5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5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5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5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5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5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5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5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5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5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5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5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5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5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5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5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5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5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5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5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5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5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5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5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5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5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5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5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5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5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5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5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5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5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5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5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5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5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5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5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5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5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5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5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5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5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5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5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5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5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5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5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5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5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5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5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5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5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5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5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5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5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5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5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5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5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5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5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5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5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5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5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5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5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838584" y="0"/>
            <a:ext cx="11449685" cy="6739890"/>
            <a:chOff x="6838584" y="0"/>
            <a:chExt cx="11449685" cy="6739890"/>
          </a:xfrm>
        </p:grpSpPr>
        <p:sp>
          <p:nvSpPr>
            <p:cNvPr id="7" name="object 7"/>
            <p:cNvSpPr/>
            <p:nvPr/>
          </p:nvSpPr>
          <p:spPr>
            <a:xfrm>
              <a:off x="6838584" y="0"/>
              <a:ext cx="11449685" cy="6739890"/>
            </a:xfrm>
            <a:custGeom>
              <a:avLst/>
              <a:gdLst/>
              <a:ahLst/>
              <a:cxnLst/>
              <a:rect l="l" t="t" r="r" b="b"/>
              <a:pathLst>
                <a:path w="11449685" h="6739890">
                  <a:moveTo>
                    <a:pt x="11449415" y="6739432"/>
                  </a:moveTo>
                  <a:lnTo>
                    <a:pt x="0" y="6739432"/>
                  </a:lnTo>
                  <a:lnTo>
                    <a:pt x="0" y="0"/>
                  </a:lnTo>
                  <a:lnTo>
                    <a:pt x="11449415" y="0"/>
                  </a:lnTo>
                  <a:lnTo>
                    <a:pt x="11449415" y="6739432"/>
                  </a:lnTo>
                  <a:close/>
                </a:path>
              </a:pathLst>
            </a:custGeom>
            <a:solidFill>
              <a:srgbClr val="12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4963" y="0"/>
              <a:ext cx="10966459" cy="673943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90052" y="51830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020" y="2111922"/>
            <a:ext cx="5464810" cy="254508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 marR="5080">
              <a:lnSpc>
                <a:spcPts val="6260"/>
              </a:lnSpc>
              <a:spcBef>
                <a:spcPts val="1195"/>
              </a:spcBef>
            </a:pPr>
            <a:r>
              <a:rPr sz="6100" spc="-1340" dirty="0">
                <a:solidFill>
                  <a:srgbClr val="FFFFFF"/>
                </a:solidFill>
                <a:latin typeface="Trebuchet MS"/>
                <a:cs typeface="Trebuchet MS"/>
              </a:rPr>
              <a:t>CÁLCULO</a:t>
            </a:r>
            <a:r>
              <a:rPr sz="6100" spc="-6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100" spc="-1085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6100" spc="-6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100" spc="-865" dirty="0">
                <a:solidFill>
                  <a:srgbClr val="FFFFFF"/>
                </a:solidFill>
                <a:latin typeface="Trebuchet MS"/>
                <a:cs typeface="Trebuchet MS"/>
              </a:rPr>
              <a:t>MÉDIA, </a:t>
            </a:r>
            <a:r>
              <a:rPr sz="6100" spc="-1100" dirty="0">
                <a:solidFill>
                  <a:srgbClr val="FFFFFF"/>
                </a:solidFill>
                <a:latin typeface="Trebuchet MS"/>
                <a:cs typeface="Trebuchet MS"/>
              </a:rPr>
              <a:t>MODA</a:t>
            </a:r>
            <a:r>
              <a:rPr sz="6100" spc="-6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100" spc="-11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6100" spc="-6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100" spc="-885" dirty="0">
                <a:solidFill>
                  <a:srgbClr val="FFFFFF"/>
                </a:solidFill>
                <a:latin typeface="Trebuchet MS"/>
                <a:cs typeface="Trebuchet MS"/>
              </a:rPr>
              <a:t>MEDIANA</a:t>
            </a:r>
            <a:r>
              <a:rPr sz="6100" spc="-6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100" spc="-1075" dirty="0">
                <a:solidFill>
                  <a:srgbClr val="FFFFFF"/>
                </a:solidFill>
                <a:latin typeface="Trebuchet MS"/>
                <a:cs typeface="Trebuchet MS"/>
              </a:rPr>
              <a:t>DOS </a:t>
            </a:r>
            <a:r>
              <a:rPr sz="6100" spc="-1120" dirty="0">
                <a:solidFill>
                  <a:srgbClr val="FFFFFF"/>
                </a:solidFill>
                <a:latin typeface="Trebuchet MS"/>
                <a:cs typeface="Trebuchet MS"/>
              </a:rPr>
              <a:t>ALUNOS</a:t>
            </a:r>
            <a:endParaRPr sz="61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4096" y="7428768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96731" y="7428768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02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29369" y="7227587"/>
            <a:ext cx="728027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950" spc="-6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acompanhar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desempenho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dos</a:t>
            </a:r>
            <a:r>
              <a:rPr sz="1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estudantes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Verdana"/>
                <a:cs typeface="Verdana"/>
              </a:rPr>
              <a:t>na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plataforma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5" dirty="0">
                <a:solidFill>
                  <a:srgbClr val="FFFFFF"/>
                </a:solidFill>
                <a:latin typeface="Verdana"/>
                <a:cs typeface="Verdana"/>
              </a:rPr>
              <a:t>CodeComVoce,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foram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adotadas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5" dirty="0">
                <a:solidFill>
                  <a:srgbClr val="FFFFFF"/>
                </a:solidFill>
                <a:latin typeface="Verdana"/>
                <a:cs typeface="Verdana"/>
              </a:rPr>
              <a:t>três</a:t>
            </a:r>
            <a:r>
              <a:rPr sz="19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métricas </a:t>
            </a:r>
            <a:r>
              <a:rPr sz="1950" spc="-35" dirty="0">
                <a:solidFill>
                  <a:srgbClr val="FFFFFF"/>
                </a:solidFill>
                <a:latin typeface="Verdana"/>
                <a:cs typeface="Verdana"/>
              </a:rPr>
              <a:t>estatísticas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Verdana"/>
                <a:cs typeface="Verdana"/>
              </a:rPr>
              <a:t>bastante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5" dirty="0">
                <a:solidFill>
                  <a:srgbClr val="FFFFFF"/>
                </a:solidFill>
                <a:latin typeface="Verdana"/>
                <a:cs typeface="Verdana"/>
              </a:rPr>
              <a:t>conhecidas: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60" dirty="0">
                <a:solidFill>
                  <a:srgbClr val="FFFFFF"/>
                </a:solidFill>
                <a:latin typeface="Verdana"/>
                <a:cs typeface="Verdana"/>
              </a:rPr>
              <a:t>média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Verdana"/>
                <a:cs typeface="Verdana"/>
              </a:rPr>
              <a:t>aritmética,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moda </a:t>
            </a:r>
            <a:r>
              <a:rPr sz="1950" spc="-5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mediana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48906" y="7217419"/>
            <a:ext cx="7886700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Vale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destacar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todas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FFFFFF"/>
                </a:solidFill>
                <a:latin typeface="Verdana"/>
                <a:cs typeface="Verdana"/>
              </a:rPr>
              <a:t>essas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informações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são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apresentadas</a:t>
            </a:r>
            <a:r>
              <a:rPr sz="19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forma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clara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seção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"Relatório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Geral"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plataforma,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juntamente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tempo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médio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gasto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nos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quizzes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estudo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dos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materiais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em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PDF.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22377" y="1239913"/>
            <a:ext cx="5466080" cy="9047480"/>
          </a:xfrm>
          <a:custGeom>
            <a:avLst/>
            <a:gdLst/>
            <a:ahLst/>
            <a:cxnLst/>
            <a:rect l="l" t="t" r="r" b="b"/>
            <a:pathLst>
              <a:path w="5466080" h="9047480">
                <a:moveTo>
                  <a:pt x="5465623" y="7099186"/>
                </a:moveTo>
                <a:lnTo>
                  <a:pt x="5465610" y="0"/>
                </a:lnTo>
                <a:lnTo>
                  <a:pt x="0" y="0"/>
                </a:lnTo>
                <a:lnTo>
                  <a:pt x="0" y="9047099"/>
                </a:lnTo>
                <a:lnTo>
                  <a:pt x="5465610" y="9047099"/>
                </a:lnTo>
                <a:lnTo>
                  <a:pt x="5465610" y="8013319"/>
                </a:lnTo>
                <a:lnTo>
                  <a:pt x="5465623" y="7099186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2970" y="1240078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42069" y="1240078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3179" y="1240078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33984" y="1973085"/>
            <a:ext cx="4962539" cy="74580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90052" y="51830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070" y="2041325"/>
            <a:ext cx="6054090" cy="2256155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 marR="5080">
              <a:lnSpc>
                <a:spcPts val="8090"/>
              </a:lnSpc>
              <a:spcBef>
                <a:spcPts val="1520"/>
              </a:spcBef>
            </a:pPr>
            <a:r>
              <a:rPr sz="7900" spc="-1405" dirty="0">
                <a:solidFill>
                  <a:srgbClr val="FFFFFF"/>
                </a:solidFill>
                <a:latin typeface="Trebuchet MS"/>
                <a:cs typeface="Trebuchet MS"/>
              </a:rPr>
              <a:t>CIBERSEGURANÇA</a:t>
            </a:r>
            <a:r>
              <a:rPr sz="7900" spc="-8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900" spc="-1495" dirty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sz="7900" spc="-1585" dirty="0">
                <a:solidFill>
                  <a:srgbClr val="FFFFFF"/>
                </a:solidFill>
                <a:latin typeface="Trebuchet MS"/>
                <a:cs typeface="Trebuchet MS"/>
              </a:rPr>
              <a:t>LGPD</a:t>
            </a:r>
            <a:endParaRPr sz="7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970" y="5363535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9454" y="7959211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02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81393" y="5289223"/>
            <a:ext cx="962469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19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políticas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proteção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dados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implementadas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incluem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solicitação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consentimento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Verdana"/>
                <a:cs typeface="Verdana"/>
              </a:rPr>
              <a:t>antes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Verdana"/>
                <a:cs typeface="Verdana"/>
              </a:rPr>
              <a:t>coleta,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FFFFFF"/>
                </a:solidFill>
                <a:latin typeface="Verdana"/>
                <a:cs typeface="Verdana"/>
              </a:rPr>
              <a:t>garantia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acesso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Verdana"/>
                <a:cs typeface="Verdana"/>
              </a:rPr>
              <a:t>correção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FFFFFF"/>
                </a:solidFill>
                <a:latin typeface="Verdana"/>
                <a:cs typeface="Verdana"/>
              </a:rPr>
              <a:t>das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informações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pelo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70" dirty="0">
                <a:solidFill>
                  <a:srgbClr val="FFFFFF"/>
                </a:solidFill>
                <a:latin typeface="Verdana"/>
                <a:cs typeface="Verdana"/>
              </a:rPr>
              <a:t>usuário,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limitando-</a:t>
            </a:r>
            <a:r>
              <a:rPr sz="1900" spc="-65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apenas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ao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Verdana"/>
                <a:cs typeface="Verdana"/>
              </a:rPr>
              <a:t>essencial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Verdana"/>
                <a:cs typeface="Verdana"/>
              </a:rPr>
              <a:t>prestação</a:t>
            </a:r>
            <a:r>
              <a:rPr sz="19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9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Verdana"/>
                <a:cs typeface="Verdana"/>
              </a:rPr>
              <a:t>serviço.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4729" y="7543598"/>
            <a:ext cx="8842375" cy="143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100"/>
              </a:spcBef>
            </a:pP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sistema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plataforma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CodeComVocê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emprega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medidas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segurança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como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ocultação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das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senhas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momento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cadastro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login,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meio</a:t>
            </a:r>
            <a:r>
              <a:rPr sz="20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módulo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getpass,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aliado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função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hashlib.sha256()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realizar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hash</a:t>
            </a:r>
            <a:r>
              <a:rPr sz="20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das</a:t>
            </a:r>
            <a:r>
              <a:rPr sz="20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senhas.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5"/>
              </a:spcBef>
            </a:pPr>
            <a:r>
              <a:rPr spc="-1490" dirty="0"/>
              <a:t>ÉTICA,</a:t>
            </a:r>
            <a:r>
              <a:rPr spc="-900" dirty="0"/>
              <a:t> </a:t>
            </a:r>
            <a:r>
              <a:rPr spc="-1340" dirty="0"/>
              <a:t>SUSTENTABILIDADE</a:t>
            </a:r>
            <a:r>
              <a:rPr spc="-905" dirty="0"/>
              <a:t> </a:t>
            </a:r>
            <a:r>
              <a:rPr spc="-1610" dirty="0"/>
              <a:t>E </a:t>
            </a:r>
            <a:r>
              <a:rPr spc="-1180" dirty="0"/>
              <a:t>DIREITOS</a:t>
            </a:r>
            <a:r>
              <a:rPr spc="-925" dirty="0"/>
              <a:t> </a:t>
            </a:r>
            <a:r>
              <a:rPr spc="-1535" dirty="0"/>
              <a:t>HUMANOS</a:t>
            </a:r>
          </a:p>
        </p:txBody>
      </p:sp>
      <p:sp>
        <p:nvSpPr>
          <p:cNvPr id="3" name="object 3"/>
          <p:cNvSpPr/>
          <p:nvPr/>
        </p:nvSpPr>
        <p:spPr>
          <a:xfrm>
            <a:off x="10549890" y="2247482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14984" y="2247482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80109" y="2247482"/>
            <a:ext cx="352425" cy="551815"/>
          </a:xfrm>
          <a:custGeom>
            <a:avLst/>
            <a:gdLst/>
            <a:ahLst/>
            <a:cxnLst/>
            <a:rect l="l" t="t" r="r" b="b"/>
            <a:pathLst>
              <a:path w="352425" h="551814">
                <a:moveTo>
                  <a:pt x="66424" y="47759"/>
                </a:moveTo>
                <a:lnTo>
                  <a:pt x="56340" y="37675"/>
                </a:lnTo>
                <a:lnTo>
                  <a:pt x="66424" y="27590"/>
                </a:lnTo>
                <a:lnTo>
                  <a:pt x="76508" y="37675"/>
                </a:lnTo>
                <a:lnTo>
                  <a:pt x="66424" y="47759"/>
                </a:lnTo>
                <a:close/>
              </a:path>
              <a:path w="352425" h="551814">
                <a:moveTo>
                  <a:pt x="66424" y="103781"/>
                </a:moveTo>
                <a:lnTo>
                  <a:pt x="56340" y="93697"/>
                </a:lnTo>
                <a:lnTo>
                  <a:pt x="66424" y="83613"/>
                </a:lnTo>
                <a:lnTo>
                  <a:pt x="76508" y="93697"/>
                </a:lnTo>
                <a:lnTo>
                  <a:pt x="66424" y="103781"/>
                </a:lnTo>
                <a:close/>
              </a:path>
              <a:path w="352425" h="551814">
                <a:moveTo>
                  <a:pt x="66424" y="75770"/>
                </a:moveTo>
                <a:lnTo>
                  <a:pt x="56340" y="65686"/>
                </a:lnTo>
                <a:lnTo>
                  <a:pt x="66424" y="55602"/>
                </a:lnTo>
                <a:lnTo>
                  <a:pt x="76508" y="65686"/>
                </a:lnTo>
                <a:lnTo>
                  <a:pt x="66424" y="75770"/>
                </a:lnTo>
                <a:close/>
              </a:path>
              <a:path w="352425" h="551814">
                <a:moveTo>
                  <a:pt x="95824" y="186006"/>
                </a:moveTo>
                <a:lnTo>
                  <a:pt x="86157" y="176345"/>
                </a:lnTo>
                <a:lnTo>
                  <a:pt x="94435" y="168067"/>
                </a:lnTo>
                <a:lnTo>
                  <a:pt x="104099" y="177731"/>
                </a:lnTo>
                <a:lnTo>
                  <a:pt x="95824" y="186006"/>
                </a:lnTo>
                <a:close/>
              </a:path>
              <a:path w="352425" h="551814">
                <a:moveTo>
                  <a:pt x="94435" y="159383"/>
                </a:moveTo>
                <a:lnTo>
                  <a:pt x="84771" y="149719"/>
                </a:lnTo>
                <a:lnTo>
                  <a:pt x="94435" y="140056"/>
                </a:lnTo>
                <a:lnTo>
                  <a:pt x="104099" y="149719"/>
                </a:lnTo>
                <a:lnTo>
                  <a:pt x="94435" y="159383"/>
                </a:lnTo>
                <a:close/>
              </a:path>
              <a:path w="352425" h="551814">
                <a:moveTo>
                  <a:pt x="66424" y="131792"/>
                </a:moveTo>
                <a:lnTo>
                  <a:pt x="56340" y="121708"/>
                </a:lnTo>
                <a:lnTo>
                  <a:pt x="66424" y="111624"/>
                </a:lnTo>
                <a:lnTo>
                  <a:pt x="76508" y="121708"/>
                </a:lnTo>
                <a:lnTo>
                  <a:pt x="66424" y="131792"/>
                </a:lnTo>
                <a:close/>
              </a:path>
              <a:path w="352425" h="551814">
                <a:moveTo>
                  <a:pt x="38413" y="104201"/>
                </a:moveTo>
                <a:lnTo>
                  <a:pt x="27909" y="93697"/>
                </a:lnTo>
                <a:lnTo>
                  <a:pt x="38413" y="83193"/>
                </a:lnTo>
                <a:lnTo>
                  <a:pt x="48917" y="93697"/>
                </a:lnTo>
                <a:lnTo>
                  <a:pt x="38413" y="104201"/>
                </a:lnTo>
                <a:close/>
              </a:path>
              <a:path w="352425" h="551814">
                <a:moveTo>
                  <a:pt x="68017" y="158210"/>
                </a:moveTo>
                <a:lnTo>
                  <a:pt x="57932" y="148128"/>
                </a:lnTo>
                <a:lnTo>
                  <a:pt x="66424" y="139635"/>
                </a:lnTo>
                <a:lnTo>
                  <a:pt x="76508" y="149719"/>
                </a:lnTo>
                <a:lnTo>
                  <a:pt x="68017" y="158210"/>
                </a:lnTo>
                <a:close/>
              </a:path>
              <a:path w="352425" h="551814">
                <a:moveTo>
                  <a:pt x="123635" y="213798"/>
                </a:moveTo>
                <a:lnTo>
                  <a:pt x="114388" y="204557"/>
                </a:lnTo>
                <a:lnTo>
                  <a:pt x="122446" y="196498"/>
                </a:lnTo>
                <a:lnTo>
                  <a:pt x="131690" y="205742"/>
                </a:lnTo>
                <a:lnTo>
                  <a:pt x="123635" y="213798"/>
                </a:lnTo>
                <a:close/>
              </a:path>
              <a:path w="352425" h="551814">
                <a:moveTo>
                  <a:pt x="94435" y="47338"/>
                </a:moveTo>
                <a:lnTo>
                  <a:pt x="84771" y="37675"/>
                </a:lnTo>
                <a:lnTo>
                  <a:pt x="94435" y="28011"/>
                </a:lnTo>
                <a:lnTo>
                  <a:pt x="104099" y="37675"/>
                </a:lnTo>
                <a:lnTo>
                  <a:pt x="94435" y="47338"/>
                </a:lnTo>
                <a:close/>
              </a:path>
              <a:path w="352425" h="551814">
                <a:moveTo>
                  <a:pt x="38413" y="76190"/>
                </a:moveTo>
                <a:lnTo>
                  <a:pt x="27909" y="65686"/>
                </a:lnTo>
                <a:lnTo>
                  <a:pt x="38413" y="55182"/>
                </a:lnTo>
                <a:lnTo>
                  <a:pt x="48917" y="65686"/>
                </a:lnTo>
                <a:lnTo>
                  <a:pt x="38413" y="76190"/>
                </a:lnTo>
                <a:close/>
              </a:path>
              <a:path w="352425" h="551814">
                <a:moveTo>
                  <a:pt x="122446" y="186975"/>
                </a:moveTo>
                <a:lnTo>
                  <a:pt x="113203" y="177731"/>
                </a:lnTo>
                <a:lnTo>
                  <a:pt x="122446" y="168487"/>
                </a:lnTo>
                <a:lnTo>
                  <a:pt x="131690" y="177731"/>
                </a:lnTo>
                <a:lnTo>
                  <a:pt x="122446" y="186975"/>
                </a:lnTo>
                <a:close/>
              </a:path>
              <a:path w="352425" h="551814">
                <a:moveTo>
                  <a:pt x="122446" y="158963"/>
                </a:moveTo>
                <a:lnTo>
                  <a:pt x="113203" y="149719"/>
                </a:lnTo>
                <a:lnTo>
                  <a:pt x="122446" y="140476"/>
                </a:lnTo>
                <a:lnTo>
                  <a:pt x="131690" y="149719"/>
                </a:lnTo>
                <a:lnTo>
                  <a:pt x="122446" y="158963"/>
                </a:lnTo>
                <a:close/>
              </a:path>
              <a:path w="352425" h="551814">
                <a:moveTo>
                  <a:pt x="94435" y="103361"/>
                </a:moveTo>
                <a:lnTo>
                  <a:pt x="84771" y="93697"/>
                </a:lnTo>
                <a:lnTo>
                  <a:pt x="94435" y="84033"/>
                </a:lnTo>
                <a:lnTo>
                  <a:pt x="104099" y="93697"/>
                </a:lnTo>
                <a:lnTo>
                  <a:pt x="94435" y="103361"/>
                </a:lnTo>
                <a:close/>
              </a:path>
              <a:path w="352425" h="551814">
                <a:moveTo>
                  <a:pt x="94435" y="19327"/>
                </a:moveTo>
                <a:lnTo>
                  <a:pt x="84771" y="9663"/>
                </a:lnTo>
                <a:lnTo>
                  <a:pt x="94435" y="0"/>
                </a:lnTo>
                <a:lnTo>
                  <a:pt x="104099" y="9663"/>
                </a:lnTo>
                <a:lnTo>
                  <a:pt x="94435" y="19327"/>
                </a:lnTo>
                <a:close/>
              </a:path>
              <a:path w="352425" h="551814">
                <a:moveTo>
                  <a:pt x="94435" y="131372"/>
                </a:moveTo>
                <a:lnTo>
                  <a:pt x="84771" y="121708"/>
                </a:lnTo>
                <a:lnTo>
                  <a:pt x="94435" y="112045"/>
                </a:lnTo>
                <a:lnTo>
                  <a:pt x="104099" y="121708"/>
                </a:lnTo>
                <a:lnTo>
                  <a:pt x="94435" y="131372"/>
                </a:lnTo>
                <a:close/>
              </a:path>
              <a:path w="352425" h="551814">
                <a:moveTo>
                  <a:pt x="94435" y="75350"/>
                </a:moveTo>
                <a:lnTo>
                  <a:pt x="84771" y="65686"/>
                </a:lnTo>
                <a:lnTo>
                  <a:pt x="94435" y="56022"/>
                </a:lnTo>
                <a:lnTo>
                  <a:pt x="104099" y="65686"/>
                </a:lnTo>
                <a:lnTo>
                  <a:pt x="94435" y="75350"/>
                </a:lnTo>
                <a:close/>
              </a:path>
              <a:path w="352425" h="551814">
                <a:moveTo>
                  <a:pt x="66424" y="523948"/>
                </a:moveTo>
                <a:lnTo>
                  <a:pt x="56340" y="513867"/>
                </a:lnTo>
                <a:lnTo>
                  <a:pt x="66424" y="503781"/>
                </a:lnTo>
                <a:lnTo>
                  <a:pt x="76508" y="513867"/>
                </a:lnTo>
                <a:lnTo>
                  <a:pt x="66424" y="523948"/>
                </a:lnTo>
                <a:close/>
              </a:path>
              <a:path w="352425" h="551814">
                <a:moveTo>
                  <a:pt x="178469" y="382213"/>
                </a:moveTo>
                <a:lnTo>
                  <a:pt x="170066" y="373810"/>
                </a:lnTo>
                <a:lnTo>
                  <a:pt x="178469" y="365406"/>
                </a:lnTo>
                <a:lnTo>
                  <a:pt x="186872" y="373810"/>
                </a:lnTo>
                <a:lnTo>
                  <a:pt x="178469" y="382213"/>
                </a:lnTo>
                <a:close/>
              </a:path>
              <a:path w="352425" h="551814">
                <a:moveTo>
                  <a:pt x="178469" y="326190"/>
                </a:moveTo>
                <a:lnTo>
                  <a:pt x="170066" y="317787"/>
                </a:lnTo>
                <a:lnTo>
                  <a:pt x="178469" y="309383"/>
                </a:lnTo>
                <a:lnTo>
                  <a:pt x="186872" y="317787"/>
                </a:lnTo>
                <a:lnTo>
                  <a:pt x="178469" y="326190"/>
                </a:lnTo>
                <a:close/>
              </a:path>
              <a:path w="352425" h="551814">
                <a:moveTo>
                  <a:pt x="40213" y="130412"/>
                </a:moveTo>
                <a:lnTo>
                  <a:pt x="29707" y="119910"/>
                </a:lnTo>
                <a:lnTo>
                  <a:pt x="38413" y="111204"/>
                </a:lnTo>
                <a:lnTo>
                  <a:pt x="48917" y="121708"/>
                </a:lnTo>
                <a:lnTo>
                  <a:pt x="40213" y="130412"/>
                </a:lnTo>
                <a:close/>
              </a:path>
              <a:path w="352425" h="551814">
                <a:moveTo>
                  <a:pt x="178469" y="410224"/>
                </a:moveTo>
                <a:lnTo>
                  <a:pt x="170066" y="401821"/>
                </a:lnTo>
                <a:lnTo>
                  <a:pt x="178469" y="393417"/>
                </a:lnTo>
                <a:lnTo>
                  <a:pt x="186872" y="401821"/>
                </a:lnTo>
                <a:lnTo>
                  <a:pt x="178469" y="410224"/>
                </a:lnTo>
                <a:close/>
              </a:path>
              <a:path w="352425" h="551814">
                <a:moveTo>
                  <a:pt x="179273" y="269364"/>
                </a:moveTo>
                <a:lnTo>
                  <a:pt x="170863" y="260966"/>
                </a:lnTo>
                <a:lnTo>
                  <a:pt x="178469" y="253361"/>
                </a:lnTo>
                <a:lnTo>
                  <a:pt x="186872" y="261765"/>
                </a:lnTo>
                <a:lnTo>
                  <a:pt x="179273" y="269364"/>
                </a:lnTo>
                <a:close/>
              </a:path>
              <a:path w="352425" h="551814">
                <a:moveTo>
                  <a:pt x="178469" y="298179"/>
                </a:moveTo>
                <a:lnTo>
                  <a:pt x="170066" y="289776"/>
                </a:lnTo>
                <a:lnTo>
                  <a:pt x="178469" y="281372"/>
                </a:lnTo>
                <a:lnTo>
                  <a:pt x="186872" y="289776"/>
                </a:lnTo>
                <a:lnTo>
                  <a:pt x="178469" y="298179"/>
                </a:lnTo>
                <a:close/>
              </a:path>
              <a:path w="352425" h="551814">
                <a:moveTo>
                  <a:pt x="178469" y="214145"/>
                </a:moveTo>
                <a:lnTo>
                  <a:pt x="170066" y="205742"/>
                </a:lnTo>
                <a:lnTo>
                  <a:pt x="178469" y="197338"/>
                </a:lnTo>
                <a:lnTo>
                  <a:pt x="186872" y="205742"/>
                </a:lnTo>
                <a:lnTo>
                  <a:pt x="178469" y="214145"/>
                </a:lnTo>
                <a:close/>
              </a:path>
              <a:path w="352425" h="551814">
                <a:moveTo>
                  <a:pt x="178469" y="242157"/>
                </a:moveTo>
                <a:lnTo>
                  <a:pt x="170066" y="233753"/>
                </a:lnTo>
                <a:lnTo>
                  <a:pt x="178469" y="225350"/>
                </a:lnTo>
                <a:lnTo>
                  <a:pt x="186872" y="233753"/>
                </a:lnTo>
                <a:lnTo>
                  <a:pt x="178469" y="242157"/>
                </a:lnTo>
                <a:close/>
              </a:path>
              <a:path w="352425" h="551814">
                <a:moveTo>
                  <a:pt x="178469" y="466246"/>
                </a:moveTo>
                <a:lnTo>
                  <a:pt x="170066" y="457843"/>
                </a:lnTo>
                <a:lnTo>
                  <a:pt x="178469" y="449440"/>
                </a:lnTo>
                <a:lnTo>
                  <a:pt x="186872" y="457843"/>
                </a:lnTo>
                <a:lnTo>
                  <a:pt x="178469" y="466246"/>
                </a:lnTo>
                <a:close/>
              </a:path>
              <a:path w="352425" h="551814">
                <a:moveTo>
                  <a:pt x="178469" y="354202"/>
                </a:moveTo>
                <a:lnTo>
                  <a:pt x="170066" y="345798"/>
                </a:lnTo>
                <a:lnTo>
                  <a:pt x="178469" y="337395"/>
                </a:lnTo>
                <a:lnTo>
                  <a:pt x="186872" y="345798"/>
                </a:lnTo>
                <a:lnTo>
                  <a:pt x="178469" y="354202"/>
                </a:lnTo>
                <a:close/>
              </a:path>
              <a:path w="352425" h="551814">
                <a:moveTo>
                  <a:pt x="178469" y="438235"/>
                </a:moveTo>
                <a:lnTo>
                  <a:pt x="170066" y="429832"/>
                </a:lnTo>
                <a:lnTo>
                  <a:pt x="178469" y="421429"/>
                </a:lnTo>
                <a:lnTo>
                  <a:pt x="186872" y="429832"/>
                </a:lnTo>
                <a:lnTo>
                  <a:pt x="178469" y="438235"/>
                </a:lnTo>
                <a:close/>
              </a:path>
              <a:path w="352425" h="551814">
                <a:moveTo>
                  <a:pt x="66424" y="495938"/>
                </a:moveTo>
                <a:lnTo>
                  <a:pt x="56340" y="485854"/>
                </a:lnTo>
                <a:lnTo>
                  <a:pt x="66424" y="475770"/>
                </a:lnTo>
                <a:lnTo>
                  <a:pt x="76508" y="485854"/>
                </a:lnTo>
                <a:lnTo>
                  <a:pt x="66424" y="495938"/>
                </a:lnTo>
                <a:close/>
              </a:path>
              <a:path w="352425" h="551814">
                <a:moveTo>
                  <a:pt x="38413" y="468347"/>
                </a:moveTo>
                <a:lnTo>
                  <a:pt x="27909" y="457843"/>
                </a:lnTo>
                <a:lnTo>
                  <a:pt x="38413" y="447339"/>
                </a:lnTo>
                <a:lnTo>
                  <a:pt x="48917" y="457843"/>
                </a:lnTo>
                <a:lnTo>
                  <a:pt x="38413" y="468347"/>
                </a:lnTo>
                <a:close/>
              </a:path>
              <a:path w="352425" h="551814">
                <a:moveTo>
                  <a:pt x="12408" y="102615"/>
                </a:moveTo>
                <a:lnTo>
                  <a:pt x="1482" y="91692"/>
                </a:lnTo>
                <a:lnTo>
                  <a:pt x="10402" y="82773"/>
                </a:lnTo>
                <a:lnTo>
                  <a:pt x="21326" y="93697"/>
                </a:lnTo>
                <a:lnTo>
                  <a:pt x="12408" y="102615"/>
                </a:lnTo>
                <a:close/>
              </a:path>
              <a:path w="352425" h="551814">
                <a:moveTo>
                  <a:pt x="38413" y="496358"/>
                </a:moveTo>
                <a:lnTo>
                  <a:pt x="27909" y="485854"/>
                </a:lnTo>
                <a:lnTo>
                  <a:pt x="38413" y="475350"/>
                </a:lnTo>
                <a:lnTo>
                  <a:pt x="48917" y="485854"/>
                </a:lnTo>
                <a:lnTo>
                  <a:pt x="38413" y="496358"/>
                </a:lnTo>
                <a:close/>
              </a:path>
              <a:path w="352425" h="551814">
                <a:moveTo>
                  <a:pt x="66424" y="439916"/>
                </a:moveTo>
                <a:lnTo>
                  <a:pt x="56340" y="429832"/>
                </a:lnTo>
                <a:lnTo>
                  <a:pt x="66424" y="419748"/>
                </a:lnTo>
                <a:lnTo>
                  <a:pt x="76508" y="429832"/>
                </a:lnTo>
                <a:lnTo>
                  <a:pt x="66424" y="439916"/>
                </a:lnTo>
                <a:close/>
              </a:path>
              <a:path w="352425" h="551814">
                <a:moveTo>
                  <a:pt x="66424" y="467927"/>
                </a:moveTo>
                <a:lnTo>
                  <a:pt x="56340" y="457843"/>
                </a:lnTo>
                <a:lnTo>
                  <a:pt x="66424" y="447759"/>
                </a:lnTo>
                <a:lnTo>
                  <a:pt x="76508" y="457843"/>
                </a:lnTo>
                <a:lnTo>
                  <a:pt x="66424" y="467927"/>
                </a:lnTo>
                <a:close/>
              </a:path>
              <a:path w="352425" h="551814">
                <a:moveTo>
                  <a:pt x="122446" y="130952"/>
                </a:moveTo>
                <a:lnTo>
                  <a:pt x="113203" y="121708"/>
                </a:lnTo>
                <a:lnTo>
                  <a:pt x="122446" y="112464"/>
                </a:lnTo>
                <a:lnTo>
                  <a:pt x="131690" y="121708"/>
                </a:lnTo>
                <a:lnTo>
                  <a:pt x="122446" y="130952"/>
                </a:lnTo>
                <a:close/>
              </a:path>
              <a:path w="352425" h="551814">
                <a:moveTo>
                  <a:pt x="66424" y="411905"/>
                </a:moveTo>
                <a:lnTo>
                  <a:pt x="56340" y="401821"/>
                </a:lnTo>
                <a:lnTo>
                  <a:pt x="56553" y="401821"/>
                </a:lnTo>
                <a:lnTo>
                  <a:pt x="66532" y="391845"/>
                </a:lnTo>
                <a:lnTo>
                  <a:pt x="76508" y="401821"/>
                </a:lnTo>
                <a:lnTo>
                  <a:pt x="66424" y="411905"/>
                </a:lnTo>
                <a:close/>
              </a:path>
              <a:path w="352425" h="551814">
                <a:moveTo>
                  <a:pt x="122446" y="467087"/>
                </a:moveTo>
                <a:lnTo>
                  <a:pt x="113203" y="457843"/>
                </a:lnTo>
                <a:lnTo>
                  <a:pt x="122446" y="448599"/>
                </a:lnTo>
                <a:lnTo>
                  <a:pt x="131690" y="457843"/>
                </a:lnTo>
                <a:lnTo>
                  <a:pt x="122446" y="467087"/>
                </a:lnTo>
                <a:close/>
              </a:path>
              <a:path w="352425" h="551814">
                <a:moveTo>
                  <a:pt x="122446" y="102941"/>
                </a:moveTo>
                <a:lnTo>
                  <a:pt x="113203" y="93697"/>
                </a:lnTo>
                <a:lnTo>
                  <a:pt x="122446" y="84453"/>
                </a:lnTo>
                <a:lnTo>
                  <a:pt x="131690" y="93697"/>
                </a:lnTo>
                <a:lnTo>
                  <a:pt x="122446" y="102941"/>
                </a:lnTo>
                <a:close/>
              </a:path>
              <a:path w="352425" h="551814">
                <a:moveTo>
                  <a:pt x="122446" y="523111"/>
                </a:moveTo>
                <a:lnTo>
                  <a:pt x="113203" y="513867"/>
                </a:lnTo>
                <a:lnTo>
                  <a:pt x="122446" y="504622"/>
                </a:lnTo>
                <a:lnTo>
                  <a:pt x="131690" y="513867"/>
                </a:lnTo>
                <a:lnTo>
                  <a:pt x="122446" y="523111"/>
                </a:lnTo>
                <a:close/>
              </a:path>
              <a:path w="352425" h="551814">
                <a:moveTo>
                  <a:pt x="122446" y="411064"/>
                </a:moveTo>
                <a:lnTo>
                  <a:pt x="113203" y="401821"/>
                </a:lnTo>
                <a:lnTo>
                  <a:pt x="122446" y="392577"/>
                </a:lnTo>
                <a:lnTo>
                  <a:pt x="131690" y="401821"/>
                </a:lnTo>
                <a:lnTo>
                  <a:pt x="122446" y="411064"/>
                </a:lnTo>
                <a:close/>
              </a:path>
              <a:path w="352425" h="551814">
                <a:moveTo>
                  <a:pt x="122446" y="495098"/>
                </a:moveTo>
                <a:lnTo>
                  <a:pt x="113203" y="485854"/>
                </a:lnTo>
                <a:lnTo>
                  <a:pt x="122446" y="476611"/>
                </a:lnTo>
                <a:lnTo>
                  <a:pt x="131690" y="485854"/>
                </a:lnTo>
                <a:lnTo>
                  <a:pt x="122446" y="495098"/>
                </a:lnTo>
                <a:close/>
              </a:path>
              <a:path w="352425" h="551814">
                <a:moveTo>
                  <a:pt x="94435" y="523530"/>
                </a:moveTo>
                <a:lnTo>
                  <a:pt x="84771" y="513867"/>
                </a:lnTo>
                <a:lnTo>
                  <a:pt x="94435" y="504202"/>
                </a:lnTo>
                <a:lnTo>
                  <a:pt x="104099" y="513867"/>
                </a:lnTo>
                <a:lnTo>
                  <a:pt x="94435" y="523530"/>
                </a:lnTo>
                <a:close/>
              </a:path>
              <a:path w="352425" h="551814">
                <a:moveTo>
                  <a:pt x="122446" y="355042"/>
                </a:moveTo>
                <a:lnTo>
                  <a:pt x="113203" y="345798"/>
                </a:lnTo>
                <a:lnTo>
                  <a:pt x="122446" y="336555"/>
                </a:lnTo>
                <a:lnTo>
                  <a:pt x="131690" y="345798"/>
                </a:lnTo>
                <a:lnTo>
                  <a:pt x="122446" y="355042"/>
                </a:lnTo>
                <a:close/>
              </a:path>
              <a:path w="352425" h="551814">
                <a:moveTo>
                  <a:pt x="122446" y="383053"/>
                </a:moveTo>
                <a:lnTo>
                  <a:pt x="113203" y="373810"/>
                </a:lnTo>
                <a:lnTo>
                  <a:pt x="122446" y="364566"/>
                </a:lnTo>
                <a:lnTo>
                  <a:pt x="131690" y="373810"/>
                </a:lnTo>
                <a:lnTo>
                  <a:pt x="122446" y="383053"/>
                </a:lnTo>
                <a:close/>
              </a:path>
              <a:path w="352425" h="551814">
                <a:moveTo>
                  <a:pt x="150458" y="466667"/>
                </a:moveTo>
                <a:lnTo>
                  <a:pt x="141634" y="457843"/>
                </a:lnTo>
                <a:lnTo>
                  <a:pt x="150458" y="449019"/>
                </a:lnTo>
                <a:lnTo>
                  <a:pt x="159281" y="457843"/>
                </a:lnTo>
                <a:lnTo>
                  <a:pt x="150458" y="466667"/>
                </a:lnTo>
                <a:close/>
              </a:path>
              <a:path w="352425" h="551814">
                <a:moveTo>
                  <a:pt x="150458" y="326610"/>
                </a:moveTo>
                <a:lnTo>
                  <a:pt x="141634" y="317787"/>
                </a:lnTo>
                <a:lnTo>
                  <a:pt x="150458" y="308963"/>
                </a:lnTo>
                <a:lnTo>
                  <a:pt x="159281" y="317787"/>
                </a:lnTo>
                <a:lnTo>
                  <a:pt x="150458" y="326610"/>
                </a:lnTo>
                <a:close/>
              </a:path>
              <a:path w="352425" h="551814">
                <a:moveTo>
                  <a:pt x="94435" y="551541"/>
                </a:moveTo>
                <a:lnTo>
                  <a:pt x="84771" y="541879"/>
                </a:lnTo>
                <a:lnTo>
                  <a:pt x="94435" y="532211"/>
                </a:lnTo>
                <a:lnTo>
                  <a:pt x="104099" y="541879"/>
                </a:lnTo>
                <a:lnTo>
                  <a:pt x="94435" y="551541"/>
                </a:lnTo>
                <a:close/>
              </a:path>
              <a:path w="352425" h="551814">
                <a:moveTo>
                  <a:pt x="150458" y="438656"/>
                </a:moveTo>
                <a:lnTo>
                  <a:pt x="141634" y="429832"/>
                </a:lnTo>
                <a:lnTo>
                  <a:pt x="150458" y="421008"/>
                </a:lnTo>
                <a:lnTo>
                  <a:pt x="159281" y="429832"/>
                </a:lnTo>
                <a:lnTo>
                  <a:pt x="150458" y="438656"/>
                </a:lnTo>
                <a:close/>
              </a:path>
              <a:path w="352425" h="551814">
                <a:moveTo>
                  <a:pt x="150458" y="494678"/>
                </a:moveTo>
                <a:lnTo>
                  <a:pt x="141634" y="485854"/>
                </a:lnTo>
                <a:lnTo>
                  <a:pt x="150458" y="477031"/>
                </a:lnTo>
                <a:lnTo>
                  <a:pt x="159281" y="485854"/>
                </a:lnTo>
                <a:lnTo>
                  <a:pt x="150458" y="494678"/>
                </a:lnTo>
                <a:close/>
              </a:path>
              <a:path w="352425" h="551814">
                <a:moveTo>
                  <a:pt x="150458" y="410644"/>
                </a:moveTo>
                <a:lnTo>
                  <a:pt x="141634" y="401821"/>
                </a:lnTo>
                <a:lnTo>
                  <a:pt x="150458" y="392997"/>
                </a:lnTo>
                <a:lnTo>
                  <a:pt x="159281" y="401821"/>
                </a:lnTo>
                <a:lnTo>
                  <a:pt x="150458" y="410644"/>
                </a:lnTo>
                <a:close/>
              </a:path>
              <a:path w="352425" h="551814">
                <a:moveTo>
                  <a:pt x="150458" y="354622"/>
                </a:moveTo>
                <a:lnTo>
                  <a:pt x="141634" y="345798"/>
                </a:lnTo>
                <a:lnTo>
                  <a:pt x="150458" y="336974"/>
                </a:lnTo>
                <a:lnTo>
                  <a:pt x="159281" y="345798"/>
                </a:lnTo>
                <a:lnTo>
                  <a:pt x="150458" y="354622"/>
                </a:lnTo>
                <a:close/>
              </a:path>
              <a:path w="352425" h="551814">
                <a:moveTo>
                  <a:pt x="150458" y="382633"/>
                </a:moveTo>
                <a:lnTo>
                  <a:pt x="141634" y="373810"/>
                </a:lnTo>
                <a:lnTo>
                  <a:pt x="150458" y="364986"/>
                </a:lnTo>
                <a:lnTo>
                  <a:pt x="159281" y="373810"/>
                </a:lnTo>
                <a:lnTo>
                  <a:pt x="150458" y="382633"/>
                </a:lnTo>
                <a:close/>
              </a:path>
              <a:path w="352425" h="551814">
                <a:moveTo>
                  <a:pt x="122446" y="439076"/>
                </a:moveTo>
                <a:lnTo>
                  <a:pt x="113203" y="429832"/>
                </a:lnTo>
                <a:lnTo>
                  <a:pt x="122446" y="420588"/>
                </a:lnTo>
                <a:lnTo>
                  <a:pt x="131690" y="429832"/>
                </a:lnTo>
                <a:lnTo>
                  <a:pt x="122446" y="439076"/>
                </a:lnTo>
                <a:close/>
              </a:path>
              <a:path w="352425" h="551814">
                <a:moveTo>
                  <a:pt x="150458" y="214565"/>
                </a:moveTo>
                <a:lnTo>
                  <a:pt x="141634" y="205742"/>
                </a:lnTo>
                <a:lnTo>
                  <a:pt x="150458" y="196919"/>
                </a:lnTo>
                <a:lnTo>
                  <a:pt x="159281" y="205742"/>
                </a:lnTo>
                <a:lnTo>
                  <a:pt x="150458" y="214565"/>
                </a:lnTo>
                <a:close/>
              </a:path>
              <a:path w="352425" h="551814">
                <a:moveTo>
                  <a:pt x="150458" y="186554"/>
                </a:moveTo>
                <a:lnTo>
                  <a:pt x="141634" y="177731"/>
                </a:lnTo>
                <a:lnTo>
                  <a:pt x="150458" y="168907"/>
                </a:lnTo>
                <a:lnTo>
                  <a:pt x="159281" y="177731"/>
                </a:lnTo>
                <a:lnTo>
                  <a:pt x="150458" y="186554"/>
                </a:lnTo>
                <a:close/>
              </a:path>
              <a:path w="352425" h="551814">
                <a:moveTo>
                  <a:pt x="150458" y="158543"/>
                </a:moveTo>
                <a:lnTo>
                  <a:pt x="141634" y="149719"/>
                </a:lnTo>
                <a:lnTo>
                  <a:pt x="150458" y="140896"/>
                </a:lnTo>
                <a:lnTo>
                  <a:pt x="159281" y="149719"/>
                </a:lnTo>
                <a:lnTo>
                  <a:pt x="150458" y="158543"/>
                </a:lnTo>
                <a:close/>
              </a:path>
              <a:path w="352425" h="551814">
                <a:moveTo>
                  <a:pt x="94435" y="495518"/>
                </a:moveTo>
                <a:lnTo>
                  <a:pt x="84771" y="485854"/>
                </a:lnTo>
                <a:lnTo>
                  <a:pt x="94435" y="476190"/>
                </a:lnTo>
                <a:lnTo>
                  <a:pt x="104099" y="485854"/>
                </a:lnTo>
                <a:lnTo>
                  <a:pt x="94435" y="495518"/>
                </a:lnTo>
                <a:close/>
              </a:path>
              <a:path w="352425" h="551814">
                <a:moveTo>
                  <a:pt x="151452" y="241583"/>
                </a:moveTo>
                <a:lnTo>
                  <a:pt x="142621" y="232766"/>
                </a:lnTo>
                <a:lnTo>
                  <a:pt x="150458" y="224930"/>
                </a:lnTo>
                <a:lnTo>
                  <a:pt x="159281" y="233753"/>
                </a:lnTo>
                <a:lnTo>
                  <a:pt x="151452" y="241583"/>
                </a:lnTo>
                <a:close/>
              </a:path>
              <a:path w="352425" h="551814">
                <a:moveTo>
                  <a:pt x="122446" y="46918"/>
                </a:moveTo>
                <a:lnTo>
                  <a:pt x="113203" y="37675"/>
                </a:lnTo>
                <a:lnTo>
                  <a:pt x="122446" y="28431"/>
                </a:lnTo>
                <a:lnTo>
                  <a:pt x="131690" y="37675"/>
                </a:lnTo>
                <a:lnTo>
                  <a:pt x="122446" y="46918"/>
                </a:lnTo>
                <a:close/>
              </a:path>
              <a:path w="352425" h="551814">
                <a:moveTo>
                  <a:pt x="150458" y="74509"/>
                </a:moveTo>
                <a:lnTo>
                  <a:pt x="141634" y="65686"/>
                </a:lnTo>
                <a:lnTo>
                  <a:pt x="150458" y="56862"/>
                </a:lnTo>
                <a:lnTo>
                  <a:pt x="159281" y="65686"/>
                </a:lnTo>
                <a:lnTo>
                  <a:pt x="150458" y="74509"/>
                </a:lnTo>
                <a:close/>
              </a:path>
              <a:path w="352425" h="551814">
                <a:moveTo>
                  <a:pt x="122446" y="74929"/>
                </a:moveTo>
                <a:lnTo>
                  <a:pt x="113203" y="65686"/>
                </a:lnTo>
                <a:lnTo>
                  <a:pt x="122446" y="56442"/>
                </a:lnTo>
                <a:lnTo>
                  <a:pt x="131690" y="65686"/>
                </a:lnTo>
                <a:lnTo>
                  <a:pt x="122446" y="74929"/>
                </a:lnTo>
                <a:close/>
              </a:path>
              <a:path w="352425" h="551814">
                <a:moveTo>
                  <a:pt x="150458" y="130532"/>
                </a:moveTo>
                <a:lnTo>
                  <a:pt x="141634" y="121708"/>
                </a:lnTo>
                <a:lnTo>
                  <a:pt x="150458" y="112885"/>
                </a:lnTo>
                <a:lnTo>
                  <a:pt x="159281" y="121708"/>
                </a:lnTo>
                <a:lnTo>
                  <a:pt x="150458" y="130532"/>
                </a:lnTo>
                <a:close/>
              </a:path>
              <a:path w="352425" h="551814">
                <a:moveTo>
                  <a:pt x="150458" y="102521"/>
                </a:moveTo>
                <a:lnTo>
                  <a:pt x="141634" y="93697"/>
                </a:lnTo>
                <a:lnTo>
                  <a:pt x="150458" y="84874"/>
                </a:lnTo>
                <a:lnTo>
                  <a:pt x="159281" y="93697"/>
                </a:lnTo>
                <a:lnTo>
                  <a:pt x="150458" y="102521"/>
                </a:lnTo>
                <a:close/>
              </a:path>
              <a:path w="352425" h="551814">
                <a:moveTo>
                  <a:pt x="94435" y="411484"/>
                </a:moveTo>
                <a:lnTo>
                  <a:pt x="84771" y="401821"/>
                </a:lnTo>
                <a:lnTo>
                  <a:pt x="94435" y="392157"/>
                </a:lnTo>
                <a:lnTo>
                  <a:pt x="104099" y="401821"/>
                </a:lnTo>
                <a:lnTo>
                  <a:pt x="94435" y="411484"/>
                </a:lnTo>
                <a:close/>
              </a:path>
              <a:path w="352425" h="551814">
                <a:moveTo>
                  <a:pt x="94435" y="383473"/>
                </a:moveTo>
                <a:lnTo>
                  <a:pt x="84771" y="373810"/>
                </a:lnTo>
                <a:lnTo>
                  <a:pt x="94435" y="364145"/>
                </a:lnTo>
                <a:lnTo>
                  <a:pt x="104099" y="373810"/>
                </a:lnTo>
                <a:lnTo>
                  <a:pt x="94435" y="383473"/>
                </a:lnTo>
                <a:close/>
              </a:path>
              <a:path w="352425" h="551814">
                <a:moveTo>
                  <a:pt x="94435" y="467507"/>
                </a:moveTo>
                <a:lnTo>
                  <a:pt x="84771" y="457843"/>
                </a:lnTo>
                <a:lnTo>
                  <a:pt x="94435" y="448179"/>
                </a:lnTo>
                <a:lnTo>
                  <a:pt x="104099" y="457843"/>
                </a:lnTo>
                <a:lnTo>
                  <a:pt x="94435" y="467507"/>
                </a:lnTo>
                <a:close/>
              </a:path>
              <a:path w="352425" h="551814">
                <a:moveTo>
                  <a:pt x="94435" y="439496"/>
                </a:moveTo>
                <a:lnTo>
                  <a:pt x="84771" y="429832"/>
                </a:lnTo>
                <a:lnTo>
                  <a:pt x="94435" y="420168"/>
                </a:lnTo>
                <a:lnTo>
                  <a:pt x="104099" y="429832"/>
                </a:lnTo>
                <a:lnTo>
                  <a:pt x="94435" y="439496"/>
                </a:lnTo>
                <a:close/>
              </a:path>
              <a:path w="352425" h="551814">
                <a:moveTo>
                  <a:pt x="10402" y="468768"/>
                </a:moveTo>
                <a:lnTo>
                  <a:pt x="0" y="458365"/>
                </a:lnTo>
                <a:lnTo>
                  <a:pt x="10925" y="447442"/>
                </a:lnTo>
                <a:lnTo>
                  <a:pt x="21326" y="457843"/>
                </a:lnTo>
                <a:lnTo>
                  <a:pt x="10402" y="468768"/>
                </a:lnTo>
                <a:close/>
              </a:path>
              <a:path w="352425" h="551814">
                <a:moveTo>
                  <a:pt x="178469" y="186134"/>
                </a:moveTo>
                <a:lnTo>
                  <a:pt x="170066" y="177731"/>
                </a:lnTo>
                <a:lnTo>
                  <a:pt x="178469" y="169327"/>
                </a:lnTo>
                <a:lnTo>
                  <a:pt x="186872" y="177731"/>
                </a:lnTo>
                <a:lnTo>
                  <a:pt x="178469" y="186134"/>
                </a:lnTo>
                <a:close/>
              </a:path>
              <a:path w="352425" h="551814">
                <a:moveTo>
                  <a:pt x="38413" y="440336"/>
                </a:moveTo>
                <a:lnTo>
                  <a:pt x="28223" y="430146"/>
                </a:lnTo>
                <a:lnTo>
                  <a:pt x="38728" y="419643"/>
                </a:lnTo>
                <a:lnTo>
                  <a:pt x="48917" y="429832"/>
                </a:lnTo>
                <a:lnTo>
                  <a:pt x="38413" y="440336"/>
                </a:lnTo>
                <a:close/>
              </a:path>
              <a:path w="352425" h="551814">
                <a:moveTo>
                  <a:pt x="262502" y="240896"/>
                </a:moveTo>
                <a:lnTo>
                  <a:pt x="255360" y="233753"/>
                </a:lnTo>
                <a:lnTo>
                  <a:pt x="262502" y="226610"/>
                </a:lnTo>
                <a:lnTo>
                  <a:pt x="269645" y="233753"/>
                </a:lnTo>
                <a:lnTo>
                  <a:pt x="262502" y="240896"/>
                </a:lnTo>
                <a:close/>
              </a:path>
              <a:path w="352425" h="551814">
                <a:moveTo>
                  <a:pt x="234491" y="213305"/>
                </a:moveTo>
                <a:lnTo>
                  <a:pt x="226929" y="205742"/>
                </a:lnTo>
                <a:lnTo>
                  <a:pt x="234491" y="198179"/>
                </a:lnTo>
                <a:lnTo>
                  <a:pt x="242055" y="205742"/>
                </a:lnTo>
                <a:lnTo>
                  <a:pt x="234491" y="213305"/>
                </a:lnTo>
                <a:close/>
              </a:path>
              <a:path w="352425" h="551814">
                <a:moveTo>
                  <a:pt x="234491" y="157283"/>
                </a:moveTo>
                <a:lnTo>
                  <a:pt x="226929" y="149719"/>
                </a:lnTo>
                <a:lnTo>
                  <a:pt x="234491" y="142157"/>
                </a:lnTo>
                <a:lnTo>
                  <a:pt x="242055" y="149719"/>
                </a:lnTo>
                <a:lnTo>
                  <a:pt x="234491" y="157283"/>
                </a:lnTo>
                <a:close/>
              </a:path>
              <a:path w="352425" h="551814">
                <a:moveTo>
                  <a:pt x="234491" y="269327"/>
                </a:moveTo>
                <a:lnTo>
                  <a:pt x="226929" y="261765"/>
                </a:lnTo>
                <a:lnTo>
                  <a:pt x="234491" y="254201"/>
                </a:lnTo>
                <a:lnTo>
                  <a:pt x="242055" y="261765"/>
                </a:lnTo>
                <a:lnTo>
                  <a:pt x="234491" y="269327"/>
                </a:lnTo>
                <a:close/>
              </a:path>
              <a:path w="352425" h="551814">
                <a:moveTo>
                  <a:pt x="234491" y="241316"/>
                </a:moveTo>
                <a:lnTo>
                  <a:pt x="226929" y="233753"/>
                </a:lnTo>
                <a:lnTo>
                  <a:pt x="234491" y="226190"/>
                </a:lnTo>
                <a:lnTo>
                  <a:pt x="242055" y="233753"/>
                </a:lnTo>
                <a:lnTo>
                  <a:pt x="234491" y="241316"/>
                </a:lnTo>
                <a:close/>
              </a:path>
              <a:path w="352425" h="551814">
                <a:moveTo>
                  <a:pt x="206480" y="381793"/>
                </a:moveTo>
                <a:lnTo>
                  <a:pt x="198497" y="373810"/>
                </a:lnTo>
                <a:lnTo>
                  <a:pt x="206480" y="365826"/>
                </a:lnTo>
                <a:lnTo>
                  <a:pt x="214463" y="373810"/>
                </a:lnTo>
                <a:lnTo>
                  <a:pt x="206480" y="381793"/>
                </a:lnTo>
                <a:close/>
              </a:path>
              <a:path w="352425" h="551814">
                <a:moveTo>
                  <a:pt x="206480" y="437815"/>
                </a:moveTo>
                <a:lnTo>
                  <a:pt x="198497" y="429832"/>
                </a:lnTo>
                <a:lnTo>
                  <a:pt x="206480" y="421849"/>
                </a:lnTo>
                <a:lnTo>
                  <a:pt x="214463" y="429832"/>
                </a:lnTo>
                <a:lnTo>
                  <a:pt x="206480" y="437815"/>
                </a:lnTo>
                <a:close/>
              </a:path>
              <a:path w="352425" h="551814">
                <a:moveTo>
                  <a:pt x="206480" y="409804"/>
                </a:moveTo>
                <a:lnTo>
                  <a:pt x="198497" y="401821"/>
                </a:lnTo>
                <a:lnTo>
                  <a:pt x="206480" y="393837"/>
                </a:lnTo>
                <a:lnTo>
                  <a:pt x="214463" y="401821"/>
                </a:lnTo>
                <a:lnTo>
                  <a:pt x="206480" y="409804"/>
                </a:lnTo>
                <a:close/>
              </a:path>
              <a:path w="352425" h="551814">
                <a:moveTo>
                  <a:pt x="234491" y="185294"/>
                </a:moveTo>
                <a:lnTo>
                  <a:pt x="226929" y="177731"/>
                </a:lnTo>
                <a:lnTo>
                  <a:pt x="234491" y="170168"/>
                </a:lnTo>
                <a:lnTo>
                  <a:pt x="242055" y="177731"/>
                </a:lnTo>
                <a:lnTo>
                  <a:pt x="234491" y="185294"/>
                </a:lnTo>
                <a:close/>
              </a:path>
              <a:path w="352425" h="551814">
                <a:moveTo>
                  <a:pt x="234491" y="297339"/>
                </a:moveTo>
                <a:lnTo>
                  <a:pt x="226929" y="289776"/>
                </a:lnTo>
                <a:lnTo>
                  <a:pt x="234491" y="282212"/>
                </a:lnTo>
                <a:lnTo>
                  <a:pt x="242055" y="289776"/>
                </a:lnTo>
                <a:lnTo>
                  <a:pt x="234491" y="297339"/>
                </a:lnTo>
                <a:close/>
              </a:path>
              <a:path w="352425" h="551814">
                <a:moveTo>
                  <a:pt x="234491" y="381372"/>
                </a:moveTo>
                <a:lnTo>
                  <a:pt x="226929" y="373810"/>
                </a:lnTo>
                <a:lnTo>
                  <a:pt x="234491" y="366246"/>
                </a:lnTo>
                <a:lnTo>
                  <a:pt x="242055" y="373810"/>
                </a:lnTo>
                <a:lnTo>
                  <a:pt x="234491" y="381372"/>
                </a:lnTo>
                <a:close/>
              </a:path>
              <a:path w="352425" h="551814">
                <a:moveTo>
                  <a:pt x="262502" y="184874"/>
                </a:moveTo>
                <a:lnTo>
                  <a:pt x="255360" y="177731"/>
                </a:lnTo>
                <a:lnTo>
                  <a:pt x="262502" y="170588"/>
                </a:lnTo>
                <a:lnTo>
                  <a:pt x="269645" y="177731"/>
                </a:lnTo>
                <a:lnTo>
                  <a:pt x="262502" y="184874"/>
                </a:lnTo>
                <a:close/>
              </a:path>
              <a:path w="352425" h="551814">
                <a:moveTo>
                  <a:pt x="262502" y="212885"/>
                </a:moveTo>
                <a:lnTo>
                  <a:pt x="255360" y="205742"/>
                </a:lnTo>
                <a:lnTo>
                  <a:pt x="262502" y="198599"/>
                </a:lnTo>
                <a:lnTo>
                  <a:pt x="269645" y="205742"/>
                </a:lnTo>
                <a:lnTo>
                  <a:pt x="262502" y="212885"/>
                </a:lnTo>
                <a:close/>
              </a:path>
              <a:path w="352425" h="551814">
                <a:moveTo>
                  <a:pt x="262502" y="268908"/>
                </a:moveTo>
                <a:lnTo>
                  <a:pt x="255360" y="261765"/>
                </a:lnTo>
                <a:lnTo>
                  <a:pt x="262502" y="254622"/>
                </a:lnTo>
                <a:lnTo>
                  <a:pt x="269645" y="261765"/>
                </a:lnTo>
                <a:lnTo>
                  <a:pt x="262502" y="268908"/>
                </a:lnTo>
                <a:close/>
              </a:path>
              <a:path w="352425" h="551814">
                <a:moveTo>
                  <a:pt x="234491" y="409384"/>
                </a:moveTo>
                <a:lnTo>
                  <a:pt x="226929" y="401821"/>
                </a:lnTo>
                <a:lnTo>
                  <a:pt x="234491" y="394257"/>
                </a:lnTo>
                <a:lnTo>
                  <a:pt x="242055" y="401821"/>
                </a:lnTo>
                <a:lnTo>
                  <a:pt x="234491" y="409384"/>
                </a:lnTo>
                <a:close/>
              </a:path>
              <a:path w="352425" h="551814">
                <a:moveTo>
                  <a:pt x="234491" y="325350"/>
                </a:moveTo>
                <a:lnTo>
                  <a:pt x="226929" y="317787"/>
                </a:lnTo>
                <a:lnTo>
                  <a:pt x="234491" y="310224"/>
                </a:lnTo>
                <a:lnTo>
                  <a:pt x="242055" y="317787"/>
                </a:lnTo>
                <a:lnTo>
                  <a:pt x="234491" y="325350"/>
                </a:lnTo>
                <a:close/>
              </a:path>
              <a:path w="352425" h="551814">
                <a:moveTo>
                  <a:pt x="234491" y="353361"/>
                </a:moveTo>
                <a:lnTo>
                  <a:pt x="226929" y="345798"/>
                </a:lnTo>
                <a:lnTo>
                  <a:pt x="234491" y="338235"/>
                </a:lnTo>
                <a:lnTo>
                  <a:pt x="242055" y="345798"/>
                </a:lnTo>
                <a:lnTo>
                  <a:pt x="234491" y="353361"/>
                </a:lnTo>
                <a:close/>
              </a:path>
              <a:path w="352425" h="551814">
                <a:moveTo>
                  <a:pt x="206480" y="353782"/>
                </a:moveTo>
                <a:lnTo>
                  <a:pt x="198497" y="345798"/>
                </a:lnTo>
                <a:lnTo>
                  <a:pt x="206480" y="337815"/>
                </a:lnTo>
                <a:lnTo>
                  <a:pt x="214463" y="345798"/>
                </a:lnTo>
                <a:lnTo>
                  <a:pt x="206480" y="353782"/>
                </a:lnTo>
                <a:close/>
              </a:path>
              <a:path w="352425" h="551814">
                <a:moveTo>
                  <a:pt x="206480" y="269748"/>
                </a:moveTo>
                <a:lnTo>
                  <a:pt x="198497" y="261765"/>
                </a:lnTo>
                <a:lnTo>
                  <a:pt x="206480" y="253781"/>
                </a:lnTo>
                <a:lnTo>
                  <a:pt x="214463" y="261765"/>
                </a:lnTo>
                <a:lnTo>
                  <a:pt x="206480" y="269748"/>
                </a:lnTo>
                <a:close/>
              </a:path>
              <a:path w="352425" h="551814">
                <a:moveTo>
                  <a:pt x="206480" y="241736"/>
                </a:moveTo>
                <a:lnTo>
                  <a:pt x="198497" y="233753"/>
                </a:lnTo>
                <a:lnTo>
                  <a:pt x="206480" y="225770"/>
                </a:lnTo>
                <a:lnTo>
                  <a:pt x="214463" y="233753"/>
                </a:lnTo>
                <a:lnTo>
                  <a:pt x="206480" y="241736"/>
                </a:lnTo>
                <a:close/>
              </a:path>
              <a:path w="352425" h="551814">
                <a:moveTo>
                  <a:pt x="206480" y="297759"/>
                </a:moveTo>
                <a:lnTo>
                  <a:pt x="198497" y="289776"/>
                </a:lnTo>
                <a:lnTo>
                  <a:pt x="206480" y="281793"/>
                </a:lnTo>
                <a:lnTo>
                  <a:pt x="214463" y="289776"/>
                </a:lnTo>
                <a:lnTo>
                  <a:pt x="206480" y="297759"/>
                </a:lnTo>
                <a:close/>
              </a:path>
              <a:path w="352425" h="551814">
                <a:moveTo>
                  <a:pt x="178469" y="158123"/>
                </a:moveTo>
                <a:lnTo>
                  <a:pt x="170066" y="149719"/>
                </a:lnTo>
                <a:lnTo>
                  <a:pt x="178469" y="141316"/>
                </a:lnTo>
                <a:lnTo>
                  <a:pt x="186872" y="149719"/>
                </a:lnTo>
                <a:lnTo>
                  <a:pt x="178469" y="158123"/>
                </a:lnTo>
                <a:close/>
              </a:path>
              <a:path w="352425" h="551814">
                <a:moveTo>
                  <a:pt x="206480" y="325770"/>
                </a:moveTo>
                <a:lnTo>
                  <a:pt x="198497" y="317787"/>
                </a:lnTo>
                <a:lnTo>
                  <a:pt x="206480" y="309804"/>
                </a:lnTo>
                <a:lnTo>
                  <a:pt x="214463" y="317787"/>
                </a:lnTo>
                <a:lnTo>
                  <a:pt x="206480" y="325770"/>
                </a:lnTo>
                <a:close/>
              </a:path>
              <a:path w="352425" h="551814">
                <a:moveTo>
                  <a:pt x="206480" y="213725"/>
                </a:moveTo>
                <a:lnTo>
                  <a:pt x="198497" y="205742"/>
                </a:lnTo>
                <a:lnTo>
                  <a:pt x="206480" y="197759"/>
                </a:lnTo>
                <a:lnTo>
                  <a:pt x="214463" y="205742"/>
                </a:lnTo>
                <a:lnTo>
                  <a:pt x="206480" y="213725"/>
                </a:lnTo>
                <a:close/>
              </a:path>
              <a:path w="352425" h="551814">
                <a:moveTo>
                  <a:pt x="206480" y="157703"/>
                </a:moveTo>
                <a:lnTo>
                  <a:pt x="198497" y="149719"/>
                </a:lnTo>
                <a:lnTo>
                  <a:pt x="206480" y="141736"/>
                </a:lnTo>
                <a:lnTo>
                  <a:pt x="214463" y="149719"/>
                </a:lnTo>
                <a:lnTo>
                  <a:pt x="206480" y="157703"/>
                </a:lnTo>
                <a:close/>
              </a:path>
              <a:path w="352425" h="551814">
                <a:moveTo>
                  <a:pt x="206480" y="185714"/>
                </a:moveTo>
                <a:lnTo>
                  <a:pt x="198497" y="177731"/>
                </a:lnTo>
                <a:lnTo>
                  <a:pt x="206480" y="169748"/>
                </a:lnTo>
                <a:lnTo>
                  <a:pt x="214463" y="177731"/>
                </a:lnTo>
                <a:lnTo>
                  <a:pt x="206480" y="185714"/>
                </a:lnTo>
                <a:close/>
              </a:path>
              <a:path w="352425" h="551814">
                <a:moveTo>
                  <a:pt x="206480" y="129691"/>
                </a:moveTo>
                <a:lnTo>
                  <a:pt x="198497" y="121708"/>
                </a:lnTo>
                <a:lnTo>
                  <a:pt x="206480" y="113725"/>
                </a:lnTo>
                <a:lnTo>
                  <a:pt x="214463" y="121708"/>
                </a:lnTo>
                <a:lnTo>
                  <a:pt x="206480" y="129691"/>
                </a:lnTo>
                <a:close/>
              </a:path>
              <a:path w="352425" h="551814">
                <a:moveTo>
                  <a:pt x="178469" y="102101"/>
                </a:moveTo>
                <a:lnTo>
                  <a:pt x="170066" y="93697"/>
                </a:lnTo>
                <a:lnTo>
                  <a:pt x="178469" y="85294"/>
                </a:lnTo>
                <a:lnTo>
                  <a:pt x="186872" y="93697"/>
                </a:lnTo>
                <a:lnTo>
                  <a:pt x="178469" y="102101"/>
                </a:lnTo>
                <a:close/>
              </a:path>
              <a:path w="352425" h="551814">
                <a:moveTo>
                  <a:pt x="346536" y="267647"/>
                </a:moveTo>
                <a:lnTo>
                  <a:pt x="340654" y="261765"/>
                </a:lnTo>
                <a:lnTo>
                  <a:pt x="346536" y="255882"/>
                </a:lnTo>
                <a:lnTo>
                  <a:pt x="352418" y="261765"/>
                </a:lnTo>
                <a:lnTo>
                  <a:pt x="346536" y="267647"/>
                </a:lnTo>
                <a:close/>
              </a:path>
              <a:path w="352425" h="551814">
                <a:moveTo>
                  <a:pt x="178469" y="130112"/>
                </a:moveTo>
                <a:lnTo>
                  <a:pt x="170066" y="121708"/>
                </a:lnTo>
                <a:lnTo>
                  <a:pt x="178469" y="113305"/>
                </a:lnTo>
                <a:lnTo>
                  <a:pt x="186872" y="121708"/>
                </a:lnTo>
                <a:lnTo>
                  <a:pt x="178469" y="130112"/>
                </a:lnTo>
                <a:close/>
              </a:path>
              <a:path w="352425" h="551814">
                <a:moveTo>
                  <a:pt x="290514" y="352521"/>
                </a:moveTo>
                <a:lnTo>
                  <a:pt x="283791" y="345798"/>
                </a:lnTo>
                <a:lnTo>
                  <a:pt x="290514" y="339075"/>
                </a:lnTo>
                <a:lnTo>
                  <a:pt x="297237" y="345798"/>
                </a:lnTo>
                <a:lnTo>
                  <a:pt x="290514" y="352521"/>
                </a:lnTo>
                <a:close/>
              </a:path>
              <a:path w="352425" h="551814">
                <a:moveTo>
                  <a:pt x="290514" y="240476"/>
                </a:moveTo>
                <a:lnTo>
                  <a:pt x="283791" y="233753"/>
                </a:lnTo>
                <a:lnTo>
                  <a:pt x="290514" y="227031"/>
                </a:lnTo>
                <a:lnTo>
                  <a:pt x="297237" y="233753"/>
                </a:lnTo>
                <a:lnTo>
                  <a:pt x="290514" y="240476"/>
                </a:lnTo>
                <a:close/>
              </a:path>
              <a:path w="352425" h="551814">
                <a:moveTo>
                  <a:pt x="346536" y="295658"/>
                </a:moveTo>
                <a:lnTo>
                  <a:pt x="340654" y="289776"/>
                </a:lnTo>
                <a:lnTo>
                  <a:pt x="346536" y="283894"/>
                </a:lnTo>
                <a:lnTo>
                  <a:pt x="352418" y="289776"/>
                </a:lnTo>
                <a:lnTo>
                  <a:pt x="346536" y="295658"/>
                </a:lnTo>
                <a:close/>
              </a:path>
              <a:path w="352425" h="551814">
                <a:moveTo>
                  <a:pt x="290514" y="268487"/>
                </a:moveTo>
                <a:lnTo>
                  <a:pt x="283791" y="261765"/>
                </a:lnTo>
                <a:lnTo>
                  <a:pt x="290514" y="255042"/>
                </a:lnTo>
                <a:lnTo>
                  <a:pt x="297237" y="261765"/>
                </a:lnTo>
                <a:lnTo>
                  <a:pt x="290514" y="268487"/>
                </a:lnTo>
                <a:close/>
              </a:path>
              <a:path w="352425" h="551814">
                <a:moveTo>
                  <a:pt x="262502" y="352941"/>
                </a:moveTo>
                <a:lnTo>
                  <a:pt x="255360" y="345798"/>
                </a:lnTo>
                <a:lnTo>
                  <a:pt x="262502" y="338656"/>
                </a:lnTo>
                <a:lnTo>
                  <a:pt x="269645" y="345798"/>
                </a:lnTo>
                <a:lnTo>
                  <a:pt x="262502" y="352941"/>
                </a:lnTo>
                <a:close/>
              </a:path>
              <a:path w="352425" h="551814">
                <a:moveTo>
                  <a:pt x="262502" y="324930"/>
                </a:moveTo>
                <a:lnTo>
                  <a:pt x="255360" y="317787"/>
                </a:lnTo>
                <a:lnTo>
                  <a:pt x="262502" y="310644"/>
                </a:lnTo>
                <a:lnTo>
                  <a:pt x="269645" y="317787"/>
                </a:lnTo>
                <a:lnTo>
                  <a:pt x="262502" y="324930"/>
                </a:lnTo>
                <a:close/>
              </a:path>
              <a:path w="352425" h="551814">
                <a:moveTo>
                  <a:pt x="262502" y="380953"/>
                </a:moveTo>
                <a:lnTo>
                  <a:pt x="255360" y="373810"/>
                </a:lnTo>
                <a:lnTo>
                  <a:pt x="262502" y="366667"/>
                </a:lnTo>
                <a:lnTo>
                  <a:pt x="269645" y="373810"/>
                </a:lnTo>
                <a:lnTo>
                  <a:pt x="262502" y="380953"/>
                </a:lnTo>
                <a:close/>
              </a:path>
              <a:path w="352425" h="551814">
                <a:moveTo>
                  <a:pt x="290514" y="296498"/>
                </a:moveTo>
                <a:lnTo>
                  <a:pt x="283791" y="289776"/>
                </a:lnTo>
                <a:lnTo>
                  <a:pt x="290514" y="283053"/>
                </a:lnTo>
                <a:lnTo>
                  <a:pt x="297237" y="289776"/>
                </a:lnTo>
                <a:lnTo>
                  <a:pt x="290514" y="296498"/>
                </a:lnTo>
                <a:close/>
              </a:path>
              <a:path w="352425" h="551814">
                <a:moveTo>
                  <a:pt x="290514" y="212465"/>
                </a:moveTo>
                <a:lnTo>
                  <a:pt x="283791" y="205742"/>
                </a:lnTo>
                <a:lnTo>
                  <a:pt x="290514" y="199020"/>
                </a:lnTo>
                <a:lnTo>
                  <a:pt x="297237" y="205742"/>
                </a:lnTo>
                <a:lnTo>
                  <a:pt x="290514" y="212465"/>
                </a:lnTo>
                <a:close/>
              </a:path>
              <a:path w="352425" h="551814">
                <a:moveTo>
                  <a:pt x="318525" y="296078"/>
                </a:moveTo>
                <a:lnTo>
                  <a:pt x="312222" y="289776"/>
                </a:lnTo>
                <a:lnTo>
                  <a:pt x="318525" y="283473"/>
                </a:lnTo>
                <a:lnTo>
                  <a:pt x="324828" y="289776"/>
                </a:lnTo>
                <a:lnTo>
                  <a:pt x="318525" y="296078"/>
                </a:lnTo>
                <a:close/>
              </a:path>
              <a:path w="352425" h="551814">
                <a:moveTo>
                  <a:pt x="318525" y="324090"/>
                </a:moveTo>
                <a:lnTo>
                  <a:pt x="312222" y="317787"/>
                </a:lnTo>
                <a:lnTo>
                  <a:pt x="318525" y="311484"/>
                </a:lnTo>
                <a:lnTo>
                  <a:pt x="324828" y="317787"/>
                </a:lnTo>
                <a:lnTo>
                  <a:pt x="318525" y="324090"/>
                </a:lnTo>
                <a:close/>
              </a:path>
              <a:path w="352425" h="551814">
                <a:moveTo>
                  <a:pt x="318525" y="268067"/>
                </a:moveTo>
                <a:lnTo>
                  <a:pt x="312222" y="261765"/>
                </a:lnTo>
                <a:lnTo>
                  <a:pt x="318525" y="255462"/>
                </a:lnTo>
                <a:lnTo>
                  <a:pt x="324828" y="261765"/>
                </a:lnTo>
                <a:lnTo>
                  <a:pt x="318525" y="268067"/>
                </a:lnTo>
                <a:close/>
              </a:path>
              <a:path w="352425" h="551814">
                <a:moveTo>
                  <a:pt x="262502" y="296919"/>
                </a:moveTo>
                <a:lnTo>
                  <a:pt x="255360" y="289776"/>
                </a:lnTo>
                <a:lnTo>
                  <a:pt x="262502" y="282633"/>
                </a:lnTo>
                <a:lnTo>
                  <a:pt x="269645" y="289776"/>
                </a:lnTo>
                <a:lnTo>
                  <a:pt x="262502" y="296919"/>
                </a:lnTo>
                <a:close/>
              </a:path>
              <a:path w="352425" h="551814">
                <a:moveTo>
                  <a:pt x="318525" y="240056"/>
                </a:moveTo>
                <a:lnTo>
                  <a:pt x="312222" y="233753"/>
                </a:lnTo>
                <a:lnTo>
                  <a:pt x="318525" y="227450"/>
                </a:lnTo>
                <a:lnTo>
                  <a:pt x="324828" y="233753"/>
                </a:lnTo>
                <a:lnTo>
                  <a:pt x="318525" y="240056"/>
                </a:lnTo>
                <a:close/>
              </a:path>
              <a:path w="352425" h="551814">
                <a:moveTo>
                  <a:pt x="290514" y="324509"/>
                </a:moveTo>
                <a:lnTo>
                  <a:pt x="283791" y="317787"/>
                </a:lnTo>
                <a:lnTo>
                  <a:pt x="290514" y="311064"/>
                </a:lnTo>
                <a:lnTo>
                  <a:pt x="297237" y="317787"/>
                </a:lnTo>
                <a:lnTo>
                  <a:pt x="290514" y="324509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034276" y="518307"/>
            <a:ext cx="4615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8095" algn="l"/>
                <a:tab pos="2498725" algn="l"/>
                <a:tab pos="4054475" algn="l"/>
              </a:tabLst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r>
              <a:rPr sz="1200" dirty="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r>
              <a:rPr sz="1200" dirty="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r>
              <a:rPr sz="1200" dirty="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0403" y="4276178"/>
            <a:ext cx="11508105" cy="1663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3025" algn="just">
              <a:lnSpc>
                <a:spcPct val="114399"/>
              </a:lnSpc>
              <a:spcBef>
                <a:spcPts val="95"/>
              </a:spcBef>
            </a:pPr>
            <a:r>
              <a:rPr sz="2350" spc="-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0" dirty="0">
                <a:solidFill>
                  <a:srgbClr val="FFFFFF"/>
                </a:solidFill>
                <a:latin typeface="Verdana"/>
                <a:cs typeface="Verdana"/>
              </a:rPr>
              <a:t>plataforma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5" dirty="0">
                <a:solidFill>
                  <a:srgbClr val="FFFFFF"/>
                </a:solidFill>
                <a:latin typeface="Verdana"/>
                <a:cs typeface="Verdana"/>
              </a:rPr>
              <a:t>CodeComVocê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50" dirty="0">
                <a:solidFill>
                  <a:srgbClr val="FFFFFF"/>
                </a:solidFill>
                <a:latin typeface="Verdana"/>
                <a:cs typeface="Verdana"/>
              </a:rPr>
              <a:t>nasceu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5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dirty="0">
                <a:solidFill>
                  <a:srgbClr val="FFFFFF"/>
                </a:solidFill>
                <a:latin typeface="Verdana"/>
                <a:cs typeface="Verdana"/>
              </a:rPr>
              <a:t>propósito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0" dirty="0">
                <a:solidFill>
                  <a:srgbClr val="FFFFFF"/>
                </a:solidFill>
                <a:latin typeface="Verdana"/>
                <a:cs typeface="Verdana"/>
              </a:rPr>
              <a:t>muito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70" dirty="0">
                <a:solidFill>
                  <a:srgbClr val="FFFFFF"/>
                </a:solidFill>
                <a:latin typeface="Verdana"/>
                <a:cs typeface="Verdana"/>
              </a:rPr>
              <a:t>importante: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55" dirty="0">
                <a:solidFill>
                  <a:srgbClr val="FFFFFF"/>
                </a:solidFill>
                <a:latin typeface="Verdana"/>
                <a:cs typeface="Verdana"/>
              </a:rPr>
              <a:t>levar</a:t>
            </a:r>
            <a:r>
              <a:rPr sz="23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Verdana"/>
                <a:cs typeface="Verdana"/>
              </a:rPr>
              <a:t>conhecimento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0" dirty="0">
                <a:solidFill>
                  <a:srgbClr val="FFFFFF"/>
                </a:solidFill>
                <a:latin typeface="Verdana"/>
                <a:cs typeface="Verdana"/>
              </a:rPr>
              <a:t>tecnologia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5" dirty="0">
                <a:solidFill>
                  <a:srgbClr val="FFFFFF"/>
                </a:solidFill>
                <a:latin typeface="Verdana"/>
                <a:cs typeface="Verdana"/>
              </a:rPr>
              <a:t>pessoas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55" dirty="0">
                <a:solidFill>
                  <a:srgbClr val="FFFFFF"/>
                </a:solidFill>
                <a:latin typeface="Verdana"/>
                <a:cs typeface="Verdana"/>
              </a:rPr>
              <a:t>ainda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5" dirty="0">
                <a:solidFill>
                  <a:srgbClr val="FFFFFF"/>
                </a:solidFill>
                <a:latin typeface="Verdana"/>
                <a:cs typeface="Verdana"/>
              </a:rPr>
              <a:t>não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têm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0" dirty="0">
                <a:solidFill>
                  <a:srgbClr val="FFFFFF"/>
                </a:solidFill>
                <a:latin typeface="Verdana"/>
                <a:cs typeface="Verdana"/>
              </a:rPr>
              <a:t>acesso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dirty="0">
                <a:solidFill>
                  <a:srgbClr val="FFFFFF"/>
                </a:solidFill>
                <a:latin typeface="Verdana"/>
                <a:cs typeface="Verdana"/>
              </a:rPr>
              <a:t>fácil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14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esse</a:t>
            </a:r>
            <a:r>
              <a:rPr sz="235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15" dirty="0">
                <a:solidFill>
                  <a:srgbClr val="FFFFFF"/>
                </a:solidFill>
                <a:latin typeface="Verdana"/>
                <a:cs typeface="Verdana"/>
              </a:rPr>
              <a:t>tipo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aprendizado.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10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5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0" dirty="0">
                <a:solidFill>
                  <a:srgbClr val="FFFFFF"/>
                </a:solidFill>
                <a:latin typeface="Verdana"/>
                <a:cs typeface="Verdana"/>
              </a:rPr>
              <a:t>cenário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0" dirty="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0" dirty="0">
                <a:solidFill>
                  <a:srgbClr val="FFFFFF"/>
                </a:solidFill>
                <a:latin typeface="Verdana"/>
                <a:cs typeface="Verdana"/>
              </a:rPr>
              <a:t>acesso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14" dirty="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0" dirty="0">
                <a:solidFill>
                  <a:srgbClr val="FFFFFF"/>
                </a:solidFill>
                <a:latin typeface="Verdana"/>
                <a:cs typeface="Verdana"/>
              </a:rPr>
              <a:t>tecnologia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0" dirty="0">
                <a:solidFill>
                  <a:srgbClr val="FFFFFF"/>
                </a:solidFill>
                <a:latin typeface="Verdana"/>
                <a:cs typeface="Verdana"/>
              </a:rPr>
              <a:t>torna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5" dirty="0">
                <a:solidFill>
                  <a:srgbClr val="FFFFFF"/>
                </a:solidFill>
                <a:latin typeface="Verdana"/>
                <a:cs typeface="Verdana"/>
              </a:rPr>
              <a:t>cada</a:t>
            </a:r>
            <a:r>
              <a:rPr sz="23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0" dirty="0">
                <a:solidFill>
                  <a:srgbClr val="FFFFFF"/>
                </a:solidFill>
                <a:latin typeface="Verdana"/>
                <a:cs typeface="Verdana"/>
              </a:rPr>
              <a:t>vez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90" dirty="0">
                <a:solidFill>
                  <a:srgbClr val="FFFFFF"/>
                </a:solidFill>
                <a:latin typeface="Verdana"/>
                <a:cs typeface="Verdana"/>
              </a:rPr>
              <a:t>mais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50" dirty="0">
                <a:solidFill>
                  <a:srgbClr val="FFFFFF"/>
                </a:solidFill>
                <a:latin typeface="Verdana"/>
                <a:cs typeface="Verdana"/>
              </a:rPr>
              <a:t>essencial.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2011" y="7978682"/>
            <a:ext cx="10500995" cy="128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95"/>
              </a:spcBef>
            </a:pPr>
            <a:r>
              <a:rPr sz="2350" spc="-2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3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35" dirty="0">
                <a:solidFill>
                  <a:srgbClr val="FFFFFF"/>
                </a:solidFill>
                <a:latin typeface="Verdana"/>
                <a:cs typeface="Verdana"/>
              </a:rPr>
              <a:t>projeto</a:t>
            </a:r>
            <a:r>
              <a:rPr sz="23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75" dirty="0">
                <a:solidFill>
                  <a:srgbClr val="FFFFFF"/>
                </a:solidFill>
                <a:latin typeface="Verdana"/>
                <a:cs typeface="Verdana"/>
              </a:rPr>
              <a:t>visa</a:t>
            </a:r>
            <a:r>
              <a:rPr sz="23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50" dirty="0">
                <a:solidFill>
                  <a:srgbClr val="FFFFFF"/>
                </a:solidFill>
                <a:latin typeface="Verdana"/>
                <a:cs typeface="Verdana"/>
              </a:rPr>
              <a:t>democratizar</a:t>
            </a:r>
            <a:r>
              <a:rPr sz="23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3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5" dirty="0">
                <a:solidFill>
                  <a:srgbClr val="FFFFFF"/>
                </a:solidFill>
                <a:latin typeface="Verdana"/>
                <a:cs typeface="Verdana"/>
              </a:rPr>
              <a:t>acesso</a:t>
            </a:r>
            <a:r>
              <a:rPr sz="23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50" dirty="0">
                <a:solidFill>
                  <a:srgbClr val="FFFFFF"/>
                </a:solidFill>
                <a:latin typeface="Verdana"/>
                <a:cs typeface="Verdana"/>
              </a:rPr>
              <a:t>ao</a:t>
            </a:r>
            <a:r>
              <a:rPr sz="23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5" dirty="0">
                <a:solidFill>
                  <a:srgbClr val="FFFFFF"/>
                </a:solidFill>
                <a:latin typeface="Verdana"/>
                <a:cs typeface="Verdana"/>
              </a:rPr>
              <a:t>conhecimento</a:t>
            </a:r>
            <a:r>
              <a:rPr sz="23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tecnológico, </a:t>
            </a:r>
            <a:r>
              <a:rPr sz="2350" spc="-45" dirty="0">
                <a:solidFill>
                  <a:srgbClr val="FFFFFF"/>
                </a:solidFill>
                <a:latin typeface="Verdana"/>
                <a:cs typeface="Verdana"/>
              </a:rPr>
              <a:t>especialmente</a:t>
            </a:r>
            <a:r>
              <a:rPr sz="23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3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0" dirty="0">
                <a:solidFill>
                  <a:srgbClr val="FFFFFF"/>
                </a:solidFill>
                <a:latin typeface="Verdana"/>
                <a:cs typeface="Verdana"/>
              </a:rPr>
              <a:t>comunidades</a:t>
            </a:r>
            <a:r>
              <a:rPr sz="23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80" dirty="0">
                <a:solidFill>
                  <a:srgbClr val="FFFFFF"/>
                </a:solidFill>
                <a:latin typeface="Verdana"/>
                <a:cs typeface="Verdana"/>
              </a:rPr>
              <a:t>vulneráveis,</a:t>
            </a:r>
            <a:r>
              <a:rPr sz="23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5" dirty="0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23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dirty="0">
                <a:solidFill>
                  <a:srgbClr val="FFFFFF"/>
                </a:solidFill>
                <a:latin typeface="Verdana"/>
                <a:cs typeface="Verdana"/>
              </a:rPr>
              <a:t>foco</a:t>
            </a:r>
            <a:r>
              <a:rPr sz="23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80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23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75" dirty="0">
                <a:solidFill>
                  <a:srgbClr val="FFFFFF"/>
                </a:solidFill>
                <a:latin typeface="Verdana"/>
                <a:cs typeface="Verdana"/>
              </a:rPr>
              <a:t>segurança</a:t>
            </a:r>
            <a:r>
              <a:rPr sz="23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5" dirty="0">
                <a:solidFill>
                  <a:srgbClr val="FFFFFF"/>
                </a:solidFill>
                <a:latin typeface="Verdana"/>
                <a:cs typeface="Verdana"/>
              </a:rPr>
              <a:t>da </a:t>
            </a:r>
            <a:r>
              <a:rPr sz="2350" spc="-35" dirty="0">
                <a:solidFill>
                  <a:srgbClr val="FFFFFF"/>
                </a:solidFill>
                <a:latin typeface="Verdana"/>
                <a:cs typeface="Verdana"/>
              </a:rPr>
              <a:t>informação</a:t>
            </a:r>
            <a:r>
              <a:rPr sz="23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6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80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23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0" dirty="0">
                <a:solidFill>
                  <a:srgbClr val="FFFFFF"/>
                </a:solidFill>
                <a:latin typeface="Verdana"/>
                <a:cs typeface="Verdana"/>
              </a:rPr>
              <a:t>cidadania</a:t>
            </a:r>
            <a:r>
              <a:rPr sz="23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digital.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0403" y="6275054"/>
            <a:ext cx="11621770" cy="1281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4295" algn="just">
              <a:lnSpc>
                <a:spcPct val="114399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Mais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um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simples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Verdana"/>
                <a:cs typeface="Verdana"/>
              </a:rPr>
              <a:t>sistema,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ela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é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uma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ferramenta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Verdana"/>
                <a:cs typeface="Verdana"/>
              </a:rPr>
              <a:t>ajuda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combater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 exclusão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digital,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oferecendo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conteúdos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educativos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forma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Verdana"/>
                <a:cs typeface="Verdana"/>
              </a:rPr>
              <a:t>simples,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Verdana"/>
                <a:cs typeface="Verdana"/>
              </a:rPr>
              <a:t>gratuita</a:t>
            </a:r>
            <a:r>
              <a:rPr sz="24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4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Verdana"/>
                <a:cs typeface="Verdana"/>
              </a:rPr>
              <a:t>segura.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37606" y="4692121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6383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290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01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37606" y="6404701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02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7606" y="8334085"/>
            <a:ext cx="678180" cy="678180"/>
          </a:xfrm>
          <a:prstGeom prst="rect">
            <a:avLst/>
          </a:prstGeom>
          <a:solidFill>
            <a:srgbClr val="12F1FF"/>
          </a:solidFill>
        </p:spPr>
        <p:txBody>
          <a:bodyPr vert="horz" wrap="square" lIns="0" tIns="19113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505"/>
              </a:spcBef>
            </a:pPr>
            <a:r>
              <a:rPr sz="1800" spc="-25" dirty="0">
                <a:solidFill>
                  <a:srgbClr val="0A081C"/>
                </a:solidFill>
                <a:latin typeface="Arial Black"/>
                <a:cs typeface="Arial Black"/>
              </a:rPr>
              <a:t>03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4898" y="8339086"/>
            <a:ext cx="393700" cy="914400"/>
          </a:xfrm>
          <a:custGeom>
            <a:avLst/>
            <a:gdLst/>
            <a:ahLst/>
            <a:cxnLst/>
            <a:rect l="l" t="t" r="r" b="b"/>
            <a:pathLst>
              <a:path w="393700" h="914400">
                <a:moveTo>
                  <a:pt x="393100" y="0"/>
                </a:moveTo>
                <a:lnTo>
                  <a:pt x="393100" y="914150"/>
                </a:lnTo>
                <a:lnTo>
                  <a:pt x="0" y="457075"/>
                </a:lnTo>
                <a:lnTo>
                  <a:pt x="393100" y="0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76595" y="518307"/>
            <a:ext cx="5734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Contact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20803" y="518307"/>
            <a:ext cx="678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Lucida Sans"/>
                <a:cs typeface="Lucida Sans"/>
              </a:rPr>
              <a:t>About</a:t>
            </a:r>
            <a:r>
              <a:rPr sz="1200" spc="-6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Us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90052" y="51830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Lucida Sans"/>
                <a:cs typeface="Lucida Sans"/>
              </a:rPr>
              <a:t>Service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34276" y="518307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Lucida Sans"/>
                <a:cs typeface="Lucida Sans"/>
              </a:rPr>
              <a:t>Home</a:t>
            </a:r>
            <a:endParaRPr sz="1200">
              <a:latin typeface="Lucida Sans"/>
              <a:cs typeface="Lucida San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5518" y="4190268"/>
            <a:ext cx="1954578" cy="19041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6408" y="518307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PROJETO</a:t>
            </a:r>
            <a:r>
              <a:rPr sz="1200" spc="-5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"/>
                <a:cs typeface="Lucida Sans"/>
              </a:rPr>
              <a:t>CodeComVoce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6441" y="3449201"/>
            <a:ext cx="8514715" cy="3117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250" spc="-3485" dirty="0">
                <a:solidFill>
                  <a:srgbClr val="FFFFFF"/>
                </a:solidFill>
                <a:latin typeface="Trebuchet MS"/>
                <a:cs typeface="Trebuchet MS"/>
              </a:rPr>
              <a:t>OBRIGADO</a:t>
            </a:r>
            <a:endParaRPr sz="202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90080" y="4650759"/>
            <a:ext cx="628650" cy="984250"/>
          </a:xfrm>
          <a:custGeom>
            <a:avLst/>
            <a:gdLst/>
            <a:ahLst/>
            <a:cxnLst/>
            <a:rect l="l" t="t" r="r" b="b"/>
            <a:pathLst>
              <a:path w="628650" h="984250">
                <a:moveTo>
                  <a:pt x="118487" y="85192"/>
                </a:moveTo>
                <a:lnTo>
                  <a:pt x="100499" y="67204"/>
                </a:lnTo>
                <a:lnTo>
                  <a:pt x="118487" y="49216"/>
                </a:lnTo>
                <a:lnTo>
                  <a:pt x="136474" y="67204"/>
                </a:lnTo>
                <a:lnTo>
                  <a:pt x="118487" y="85192"/>
                </a:lnTo>
                <a:close/>
              </a:path>
              <a:path w="628650" h="984250">
                <a:moveTo>
                  <a:pt x="118487" y="185124"/>
                </a:moveTo>
                <a:lnTo>
                  <a:pt x="100499" y="167136"/>
                </a:lnTo>
                <a:lnTo>
                  <a:pt x="118487" y="149148"/>
                </a:lnTo>
                <a:lnTo>
                  <a:pt x="136474" y="167136"/>
                </a:lnTo>
                <a:lnTo>
                  <a:pt x="118487" y="185124"/>
                </a:lnTo>
                <a:close/>
              </a:path>
              <a:path w="628650" h="984250">
                <a:moveTo>
                  <a:pt x="118487" y="135158"/>
                </a:moveTo>
                <a:lnTo>
                  <a:pt x="100499" y="117169"/>
                </a:lnTo>
                <a:lnTo>
                  <a:pt x="118487" y="99183"/>
                </a:lnTo>
                <a:lnTo>
                  <a:pt x="136474" y="117169"/>
                </a:lnTo>
                <a:lnTo>
                  <a:pt x="118487" y="135158"/>
                </a:lnTo>
                <a:close/>
              </a:path>
              <a:path w="628650" h="984250">
                <a:moveTo>
                  <a:pt x="170929" y="331796"/>
                </a:moveTo>
                <a:lnTo>
                  <a:pt x="153686" y="314562"/>
                </a:lnTo>
                <a:lnTo>
                  <a:pt x="168453" y="299796"/>
                </a:lnTo>
                <a:lnTo>
                  <a:pt x="185691" y="317034"/>
                </a:lnTo>
                <a:lnTo>
                  <a:pt x="170929" y="331796"/>
                </a:lnTo>
                <a:close/>
              </a:path>
              <a:path w="628650" h="984250">
                <a:moveTo>
                  <a:pt x="168453" y="284306"/>
                </a:moveTo>
                <a:lnTo>
                  <a:pt x="151214" y="267068"/>
                </a:lnTo>
                <a:lnTo>
                  <a:pt x="168453" y="249830"/>
                </a:lnTo>
                <a:lnTo>
                  <a:pt x="185691" y="267068"/>
                </a:lnTo>
                <a:lnTo>
                  <a:pt x="168453" y="284306"/>
                </a:lnTo>
                <a:close/>
              </a:path>
              <a:path w="628650" h="984250">
                <a:moveTo>
                  <a:pt x="118487" y="235090"/>
                </a:moveTo>
                <a:lnTo>
                  <a:pt x="100499" y="217102"/>
                </a:lnTo>
                <a:lnTo>
                  <a:pt x="118487" y="199114"/>
                </a:lnTo>
                <a:lnTo>
                  <a:pt x="136474" y="217102"/>
                </a:lnTo>
                <a:lnTo>
                  <a:pt x="118487" y="235090"/>
                </a:lnTo>
                <a:close/>
              </a:path>
              <a:path w="628650" h="984250">
                <a:moveTo>
                  <a:pt x="68520" y="185874"/>
                </a:moveTo>
                <a:lnTo>
                  <a:pt x="49783" y="167136"/>
                </a:lnTo>
                <a:lnTo>
                  <a:pt x="68520" y="148399"/>
                </a:lnTo>
                <a:lnTo>
                  <a:pt x="87258" y="167136"/>
                </a:lnTo>
                <a:lnTo>
                  <a:pt x="68520" y="185874"/>
                </a:lnTo>
                <a:close/>
              </a:path>
              <a:path w="628650" h="984250">
                <a:moveTo>
                  <a:pt x="121329" y="282214"/>
                </a:moveTo>
                <a:lnTo>
                  <a:pt x="103338" y="264229"/>
                </a:lnTo>
                <a:lnTo>
                  <a:pt x="118487" y="249080"/>
                </a:lnTo>
                <a:lnTo>
                  <a:pt x="136474" y="267068"/>
                </a:lnTo>
                <a:lnTo>
                  <a:pt x="121329" y="282214"/>
                </a:lnTo>
                <a:close/>
              </a:path>
              <a:path w="628650" h="984250">
                <a:moveTo>
                  <a:pt x="220538" y="381370"/>
                </a:moveTo>
                <a:lnTo>
                  <a:pt x="204044" y="364886"/>
                </a:lnTo>
                <a:lnTo>
                  <a:pt x="218418" y="350512"/>
                </a:lnTo>
                <a:lnTo>
                  <a:pt x="234908" y="367001"/>
                </a:lnTo>
                <a:lnTo>
                  <a:pt x="220538" y="381370"/>
                </a:lnTo>
                <a:close/>
              </a:path>
              <a:path w="628650" h="984250">
                <a:moveTo>
                  <a:pt x="168453" y="84442"/>
                </a:moveTo>
                <a:lnTo>
                  <a:pt x="151214" y="67204"/>
                </a:lnTo>
                <a:lnTo>
                  <a:pt x="168453" y="49965"/>
                </a:lnTo>
                <a:lnTo>
                  <a:pt x="185691" y="67204"/>
                </a:lnTo>
                <a:lnTo>
                  <a:pt x="168453" y="84442"/>
                </a:lnTo>
                <a:close/>
              </a:path>
              <a:path w="628650" h="984250">
                <a:moveTo>
                  <a:pt x="68520" y="135908"/>
                </a:moveTo>
                <a:lnTo>
                  <a:pt x="49783" y="117169"/>
                </a:lnTo>
                <a:lnTo>
                  <a:pt x="68520" y="98433"/>
                </a:lnTo>
                <a:lnTo>
                  <a:pt x="87258" y="117169"/>
                </a:lnTo>
                <a:lnTo>
                  <a:pt x="68520" y="135908"/>
                </a:lnTo>
                <a:close/>
              </a:path>
              <a:path w="628650" h="984250">
                <a:moveTo>
                  <a:pt x="218418" y="333523"/>
                </a:moveTo>
                <a:lnTo>
                  <a:pt x="201930" y="317034"/>
                </a:lnTo>
                <a:lnTo>
                  <a:pt x="218418" y="300546"/>
                </a:lnTo>
                <a:lnTo>
                  <a:pt x="234908" y="317034"/>
                </a:lnTo>
                <a:lnTo>
                  <a:pt x="218418" y="333523"/>
                </a:lnTo>
                <a:close/>
              </a:path>
              <a:path w="628650" h="984250">
                <a:moveTo>
                  <a:pt x="218418" y="283557"/>
                </a:moveTo>
                <a:lnTo>
                  <a:pt x="201930" y="267068"/>
                </a:lnTo>
                <a:lnTo>
                  <a:pt x="218418" y="250579"/>
                </a:lnTo>
                <a:lnTo>
                  <a:pt x="234908" y="267068"/>
                </a:lnTo>
                <a:lnTo>
                  <a:pt x="218418" y="283557"/>
                </a:lnTo>
                <a:close/>
              </a:path>
              <a:path w="628650" h="984250">
                <a:moveTo>
                  <a:pt x="168453" y="184374"/>
                </a:moveTo>
                <a:lnTo>
                  <a:pt x="151214" y="167136"/>
                </a:lnTo>
                <a:lnTo>
                  <a:pt x="168453" y="149898"/>
                </a:lnTo>
                <a:lnTo>
                  <a:pt x="185691" y="167136"/>
                </a:lnTo>
                <a:lnTo>
                  <a:pt x="168453" y="184374"/>
                </a:lnTo>
                <a:close/>
              </a:path>
              <a:path w="628650" h="984250">
                <a:moveTo>
                  <a:pt x="168453" y="34476"/>
                </a:moveTo>
                <a:lnTo>
                  <a:pt x="151214" y="17238"/>
                </a:lnTo>
                <a:lnTo>
                  <a:pt x="168453" y="0"/>
                </a:lnTo>
                <a:lnTo>
                  <a:pt x="185691" y="17238"/>
                </a:lnTo>
                <a:lnTo>
                  <a:pt x="168453" y="34476"/>
                </a:lnTo>
                <a:close/>
              </a:path>
              <a:path w="628650" h="984250">
                <a:moveTo>
                  <a:pt x="168453" y="234340"/>
                </a:moveTo>
                <a:lnTo>
                  <a:pt x="151214" y="217102"/>
                </a:lnTo>
                <a:lnTo>
                  <a:pt x="168453" y="199864"/>
                </a:lnTo>
                <a:lnTo>
                  <a:pt x="185691" y="217102"/>
                </a:lnTo>
                <a:lnTo>
                  <a:pt x="168453" y="234340"/>
                </a:lnTo>
                <a:close/>
              </a:path>
              <a:path w="628650" h="984250">
                <a:moveTo>
                  <a:pt x="168453" y="134408"/>
                </a:moveTo>
                <a:lnTo>
                  <a:pt x="151214" y="117169"/>
                </a:lnTo>
                <a:lnTo>
                  <a:pt x="168453" y="99931"/>
                </a:lnTo>
                <a:lnTo>
                  <a:pt x="185691" y="117169"/>
                </a:lnTo>
                <a:lnTo>
                  <a:pt x="168453" y="134408"/>
                </a:lnTo>
                <a:close/>
              </a:path>
              <a:path w="628650" h="984250">
                <a:moveTo>
                  <a:pt x="118487" y="934613"/>
                </a:moveTo>
                <a:lnTo>
                  <a:pt x="100499" y="916631"/>
                </a:lnTo>
                <a:lnTo>
                  <a:pt x="118487" y="898639"/>
                </a:lnTo>
                <a:lnTo>
                  <a:pt x="136474" y="916631"/>
                </a:lnTo>
                <a:lnTo>
                  <a:pt x="118487" y="934613"/>
                </a:lnTo>
                <a:close/>
              </a:path>
              <a:path w="628650" h="984250">
                <a:moveTo>
                  <a:pt x="318351" y="681787"/>
                </a:moveTo>
                <a:lnTo>
                  <a:pt x="303361" y="666797"/>
                </a:lnTo>
                <a:lnTo>
                  <a:pt x="318351" y="651807"/>
                </a:lnTo>
                <a:lnTo>
                  <a:pt x="333341" y="666797"/>
                </a:lnTo>
                <a:lnTo>
                  <a:pt x="318351" y="681787"/>
                </a:lnTo>
                <a:close/>
              </a:path>
              <a:path w="628650" h="984250">
                <a:moveTo>
                  <a:pt x="318351" y="581854"/>
                </a:moveTo>
                <a:lnTo>
                  <a:pt x="303361" y="566865"/>
                </a:lnTo>
                <a:lnTo>
                  <a:pt x="318351" y="551875"/>
                </a:lnTo>
                <a:lnTo>
                  <a:pt x="333341" y="566865"/>
                </a:lnTo>
                <a:lnTo>
                  <a:pt x="318351" y="581854"/>
                </a:lnTo>
                <a:close/>
              </a:path>
              <a:path w="628650" h="984250">
                <a:moveTo>
                  <a:pt x="71731" y="232628"/>
                </a:moveTo>
                <a:lnTo>
                  <a:pt x="52991" y="213894"/>
                </a:lnTo>
                <a:lnTo>
                  <a:pt x="68520" y="198365"/>
                </a:lnTo>
                <a:lnTo>
                  <a:pt x="87258" y="217102"/>
                </a:lnTo>
                <a:lnTo>
                  <a:pt x="71731" y="232628"/>
                </a:lnTo>
                <a:close/>
              </a:path>
              <a:path w="628650" h="984250">
                <a:moveTo>
                  <a:pt x="318351" y="731753"/>
                </a:moveTo>
                <a:lnTo>
                  <a:pt x="303361" y="716763"/>
                </a:lnTo>
                <a:lnTo>
                  <a:pt x="318351" y="701773"/>
                </a:lnTo>
                <a:lnTo>
                  <a:pt x="333341" y="716763"/>
                </a:lnTo>
                <a:lnTo>
                  <a:pt x="318351" y="731753"/>
                </a:lnTo>
                <a:close/>
              </a:path>
              <a:path w="628650" h="984250">
                <a:moveTo>
                  <a:pt x="319786" y="480488"/>
                </a:moveTo>
                <a:lnTo>
                  <a:pt x="304784" y="465509"/>
                </a:lnTo>
                <a:lnTo>
                  <a:pt x="318351" y="451943"/>
                </a:lnTo>
                <a:lnTo>
                  <a:pt x="333341" y="466933"/>
                </a:lnTo>
                <a:lnTo>
                  <a:pt x="319786" y="480488"/>
                </a:lnTo>
                <a:close/>
              </a:path>
              <a:path w="628650" h="984250">
                <a:moveTo>
                  <a:pt x="318351" y="531888"/>
                </a:moveTo>
                <a:lnTo>
                  <a:pt x="303361" y="516899"/>
                </a:lnTo>
                <a:lnTo>
                  <a:pt x="318351" y="501909"/>
                </a:lnTo>
                <a:lnTo>
                  <a:pt x="333341" y="516899"/>
                </a:lnTo>
                <a:lnTo>
                  <a:pt x="318351" y="531888"/>
                </a:lnTo>
                <a:close/>
              </a:path>
              <a:path w="628650" h="984250">
                <a:moveTo>
                  <a:pt x="318351" y="381990"/>
                </a:moveTo>
                <a:lnTo>
                  <a:pt x="303361" y="367001"/>
                </a:lnTo>
                <a:lnTo>
                  <a:pt x="318351" y="352010"/>
                </a:lnTo>
                <a:lnTo>
                  <a:pt x="333341" y="367001"/>
                </a:lnTo>
                <a:lnTo>
                  <a:pt x="318351" y="381990"/>
                </a:lnTo>
                <a:close/>
              </a:path>
              <a:path w="628650" h="984250">
                <a:moveTo>
                  <a:pt x="318351" y="431957"/>
                </a:moveTo>
                <a:lnTo>
                  <a:pt x="303361" y="416967"/>
                </a:lnTo>
                <a:lnTo>
                  <a:pt x="318351" y="401977"/>
                </a:lnTo>
                <a:lnTo>
                  <a:pt x="333341" y="416967"/>
                </a:lnTo>
                <a:lnTo>
                  <a:pt x="318351" y="431957"/>
                </a:lnTo>
                <a:close/>
              </a:path>
              <a:path w="628650" h="984250">
                <a:moveTo>
                  <a:pt x="318351" y="831685"/>
                </a:moveTo>
                <a:lnTo>
                  <a:pt x="303361" y="816695"/>
                </a:lnTo>
                <a:lnTo>
                  <a:pt x="318351" y="801705"/>
                </a:lnTo>
                <a:lnTo>
                  <a:pt x="333341" y="816695"/>
                </a:lnTo>
                <a:lnTo>
                  <a:pt x="318351" y="831685"/>
                </a:lnTo>
                <a:close/>
              </a:path>
              <a:path w="628650" h="984250">
                <a:moveTo>
                  <a:pt x="318351" y="631821"/>
                </a:moveTo>
                <a:lnTo>
                  <a:pt x="303361" y="616830"/>
                </a:lnTo>
                <a:lnTo>
                  <a:pt x="318351" y="601841"/>
                </a:lnTo>
                <a:lnTo>
                  <a:pt x="333341" y="616830"/>
                </a:lnTo>
                <a:lnTo>
                  <a:pt x="318351" y="631821"/>
                </a:lnTo>
                <a:close/>
              </a:path>
              <a:path w="628650" h="984250">
                <a:moveTo>
                  <a:pt x="318351" y="781719"/>
                </a:moveTo>
                <a:lnTo>
                  <a:pt x="303361" y="766729"/>
                </a:lnTo>
                <a:lnTo>
                  <a:pt x="318351" y="751739"/>
                </a:lnTo>
                <a:lnTo>
                  <a:pt x="333341" y="766729"/>
                </a:lnTo>
                <a:lnTo>
                  <a:pt x="318351" y="781719"/>
                </a:lnTo>
                <a:close/>
              </a:path>
              <a:path w="628650" h="984250">
                <a:moveTo>
                  <a:pt x="118487" y="884649"/>
                </a:moveTo>
                <a:lnTo>
                  <a:pt x="100499" y="866661"/>
                </a:lnTo>
                <a:lnTo>
                  <a:pt x="118487" y="848673"/>
                </a:lnTo>
                <a:lnTo>
                  <a:pt x="136474" y="866661"/>
                </a:lnTo>
                <a:lnTo>
                  <a:pt x="118487" y="884649"/>
                </a:lnTo>
                <a:close/>
              </a:path>
              <a:path w="628650" h="984250">
                <a:moveTo>
                  <a:pt x="68520" y="835432"/>
                </a:moveTo>
                <a:lnTo>
                  <a:pt x="49783" y="816695"/>
                </a:lnTo>
                <a:lnTo>
                  <a:pt x="68520" y="797958"/>
                </a:lnTo>
                <a:lnTo>
                  <a:pt x="87258" y="816695"/>
                </a:lnTo>
                <a:lnTo>
                  <a:pt x="68520" y="835432"/>
                </a:lnTo>
                <a:close/>
              </a:path>
              <a:path w="628650" h="984250">
                <a:moveTo>
                  <a:pt x="22133" y="183044"/>
                </a:moveTo>
                <a:lnTo>
                  <a:pt x="2644" y="163560"/>
                </a:lnTo>
                <a:lnTo>
                  <a:pt x="18554" y="147649"/>
                </a:lnTo>
                <a:lnTo>
                  <a:pt x="38041" y="167136"/>
                </a:lnTo>
                <a:lnTo>
                  <a:pt x="22133" y="183044"/>
                </a:lnTo>
                <a:close/>
              </a:path>
              <a:path w="628650" h="984250">
                <a:moveTo>
                  <a:pt x="68520" y="885398"/>
                </a:moveTo>
                <a:lnTo>
                  <a:pt x="49783" y="866661"/>
                </a:lnTo>
                <a:lnTo>
                  <a:pt x="68520" y="847924"/>
                </a:lnTo>
                <a:lnTo>
                  <a:pt x="87258" y="866661"/>
                </a:lnTo>
                <a:lnTo>
                  <a:pt x="68520" y="885398"/>
                </a:lnTo>
                <a:close/>
              </a:path>
              <a:path w="628650" h="984250">
                <a:moveTo>
                  <a:pt x="118487" y="784717"/>
                </a:moveTo>
                <a:lnTo>
                  <a:pt x="100499" y="766729"/>
                </a:lnTo>
                <a:lnTo>
                  <a:pt x="118487" y="748741"/>
                </a:lnTo>
                <a:lnTo>
                  <a:pt x="136474" y="766729"/>
                </a:lnTo>
                <a:lnTo>
                  <a:pt x="118487" y="784717"/>
                </a:lnTo>
                <a:close/>
              </a:path>
              <a:path w="628650" h="984250">
                <a:moveTo>
                  <a:pt x="118487" y="834683"/>
                </a:moveTo>
                <a:lnTo>
                  <a:pt x="100499" y="816695"/>
                </a:lnTo>
                <a:lnTo>
                  <a:pt x="118487" y="798707"/>
                </a:lnTo>
                <a:lnTo>
                  <a:pt x="136474" y="816695"/>
                </a:lnTo>
                <a:lnTo>
                  <a:pt x="118487" y="834683"/>
                </a:lnTo>
                <a:close/>
              </a:path>
              <a:path w="628650" h="984250">
                <a:moveTo>
                  <a:pt x="218418" y="233590"/>
                </a:moveTo>
                <a:lnTo>
                  <a:pt x="201930" y="217102"/>
                </a:lnTo>
                <a:lnTo>
                  <a:pt x="218418" y="200613"/>
                </a:lnTo>
                <a:lnTo>
                  <a:pt x="234908" y="217102"/>
                </a:lnTo>
                <a:lnTo>
                  <a:pt x="218418" y="233590"/>
                </a:lnTo>
                <a:close/>
              </a:path>
              <a:path w="628650" h="984250">
                <a:moveTo>
                  <a:pt x="118487" y="734751"/>
                </a:moveTo>
                <a:lnTo>
                  <a:pt x="100689" y="716954"/>
                </a:lnTo>
                <a:lnTo>
                  <a:pt x="118679" y="698968"/>
                </a:lnTo>
                <a:lnTo>
                  <a:pt x="136474" y="716763"/>
                </a:lnTo>
                <a:lnTo>
                  <a:pt x="118487" y="734751"/>
                </a:lnTo>
                <a:close/>
              </a:path>
              <a:path w="628650" h="984250">
                <a:moveTo>
                  <a:pt x="218418" y="833184"/>
                </a:moveTo>
                <a:lnTo>
                  <a:pt x="201930" y="816695"/>
                </a:lnTo>
                <a:lnTo>
                  <a:pt x="218418" y="800206"/>
                </a:lnTo>
                <a:lnTo>
                  <a:pt x="234908" y="816695"/>
                </a:lnTo>
                <a:lnTo>
                  <a:pt x="218418" y="833184"/>
                </a:lnTo>
                <a:close/>
              </a:path>
              <a:path w="628650" h="984250">
                <a:moveTo>
                  <a:pt x="218418" y="183625"/>
                </a:moveTo>
                <a:lnTo>
                  <a:pt x="201930" y="167136"/>
                </a:lnTo>
                <a:lnTo>
                  <a:pt x="218418" y="150647"/>
                </a:lnTo>
                <a:lnTo>
                  <a:pt x="234908" y="167136"/>
                </a:lnTo>
                <a:lnTo>
                  <a:pt x="218418" y="183625"/>
                </a:lnTo>
                <a:close/>
              </a:path>
              <a:path w="628650" h="984250">
                <a:moveTo>
                  <a:pt x="218418" y="933119"/>
                </a:moveTo>
                <a:lnTo>
                  <a:pt x="201930" y="916631"/>
                </a:lnTo>
                <a:lnTo>
                  <a:pt x="218418" y="900139"/>
                </a:lnTo>
                <a:lnTo>
                  <a:pt x="234908" y="916631"/>
                </a:lnTo>
                <a:lnTo>
                  <a:pt x="218418" y="933119"/>
                </a:lnTo>
                <a:close/>
              </a:path>
              <a:path w="628650" h="984250">
                <a:moveTo>
                  <a:pt x="218418" y="733251"/>
                </a:moveTo>
                <a:lnTo>
                  <a:pt x="201930" y="716763"/>
                </a:lnTo>
                <a:lnTo>
                  <a:pt x="218418" y="700274"/>
                </a:lnTo>
                <a:lnTo>
                  <a:pt x="234908" y="716763"/>
                </a:lnTo>
                <a:lnTo>
                  <a:pt x="218418" y="733251"/>
                </a:lnTo>
                <a:close/>
              </a:path>
              <a:path w="628650" h="984250">
                <a:moveTo>
                  <a:pt x="218418" y="883150"/>
                </a:moveTo>
                <a:lnTo>
                  <a:pt x="201930" y="866661"/>
                </a:lnTo>
                <a:lnTo>
                  <a:pt x="218418" y="850173"/>
                </a:lnTo>
                <a:lnTo>
                  <a:pt x="234908" y="866661"/>
                </a:lnTo>
                <a:lnTo>
                  <a:pt x="218418" y="883150"/>
                </a:lnTo>
                <a:close/>
              </a:path>
              <a:path w="628650" h="984250">
                <a:moveTo>
                  <a:pt x="168453" y="933866"/>
                </a:moveTo>
                <a:lnTo>
                  <a:pt x="151214" y="916631"/>
                </a:lnTo>
                <a:lnTo>
                  <a:pt x="168453" y="899389"/>
                </a:lnTo>
                <a:lnTo>
                  <a:pt x="185691" y="916631"/>
                </a:lnTo>
                <a:lnTo>
                  <a:pt x="168453" y="933866"/>
                </a:lnTo>
                <a:close/>
              </a:path>
              <a:path w="628650" h="984250">
                <a:moveTo>
                  <a:pt x="218418" y="633320"/>
                </a:moveTo>
                <a:lnTo>
                  <a:pt x="201930" y="616830"/>
                </a:lnTo>
                <a:lnTo>
                  <a:pt x="218418" y="600342"/>
                </a:lnTo>
                <a:lnTo>
                  <a:pt x="234908" y="616830"/>
                </a:lnTo>
                <a:lnTo>
                  <a:pt x="218418" y="633320"/>
                </a:lnTo>
                <a:close/>
              </a:path>
              <a:path w="628650" h="984250">
                <a:moveTo>
                  <a:pt x="218418" y="683286"/>
                </a:moveTo>
                <a:lnTo>
                  <a:pt x="201930" y="666797"/>
                </a:lnTo>
                <a:lnTo>
                  <a:pt x="218418" y="650308"/>
                </a:lnTo>
                <a:lnTo>
                  <a:pt x="234908" y="666797"/>
                </a:lnTo>
                <a:lnTo>
                  <a:pt x="218418" y="683286"/>
                </a:lnTo>
                <a:close/>
              </a:path>
              <a:path w="628650" h="984250">
                <a:moveTo>
                  <a:pt x="268385" y="832435"/>
                </a:moveTo>
                <a:lnTo>
                  <a:pt x="252646" y="816695"/>
                </a:lnTo>
                <a:lnTo>
                  <a:pt x="268385" y="800956"/>
                </a:lnTo>
                <a:lnTo>
                  <a:pt x="284124" y="816695"/>
                </a:lnTo>
                <a:lnTo>
                  <a:pt x="268385" y="832435"/>
                </a:lnTo>
                <a:close/>
              </a:path>
              <a:path w="628650" h="984250">
                <a:moveTo>
                  <a:pt x="268385" y="582604"/>
                </a:moveTo>
                <a:lnTo>
                  <a:pt x="252646" y="566865"/>
                </a:lnTo>
                <a:lnTo>
                  <a:pt x="268385" y="551125"/>
                </a:lnTo>
                <a:lnTo>
                  <a:pt x="284124" y="566865"/>
                </a:lnTo>
                <a:lnTo>
                  <a:pt x="268385" y="582604"/>
                </a:lnTo>
                <a:close/>
              </a:path>
              <a:path w="628650" h="984250">
                <a:moveTo>
                  <a:pt x="168453" y="983832"/>
                </a:moveTo>
                <a:lnTo>
                  <a:pt x="151214" y="966596"/>
                </a:lnTo>
                <a:lnTo>
                  <a:pt x="168453" y="949352"/>
                </a:lnTo>
                <a:lnTo>
                  <a:pt x="185691" y="966596"/>
                </a:lnTo>
                <a:lnTo>
                  <a:pt x="168453" y="983832"/>
                </a:lnTo>
                <a:close/>
              </a:path>
              <a:path w="628650" h="984250">
                <a:moveTo>
                  <a:pt x="268385" y="782469"/>
                </a:moveTo>
                <a:lnTo>
                  <a:pt x="252646" y="766729"/>
                </a:lnTo>
                <a:lnTo>
                  <a:pt x="268385" y="750990"/>
                </a:lnTo>
                <a:lnTo>
                  <a:pt x="284124" y="766729"/>
                </a:lnTo>
                <a:lnTo>
                  <a:pt x="268385" y="782469"/>
                </a:lnTo>
                <a:close/>
              </a:path>
              <a:path w="628650" h="984250">
                <a:moveTo>
                  <a:pt x="268385" y="882400"/>
                </a:moveTo>
                <a:lnTo>
                  <a:pt x="252646" y="866661"/>
                </a:lnTo>
                <a:lnTo>
                  <a:pt x="268385" y="850922"/>
                </a:lnTo>
                <a:lnTo>
                  <a:pt x="284124" y="866661"/>
                </a:lnTo>
                <a:lnTo>
                  <a:pt x="268385" y="882400"/>
                </a:lnTo>
                <a:close/>
              </a:path>
              <a:path w="628650" h="984250">
                <a:moveTo>
                  <a:pt x="268385" y="732502"/>
                </a:moveTo>
                <a:lnTo>
                  <a:pt x="252646" y="716763"/>
                </a:lnTo>
                <a:lnTo>
                  <a:pt x="268385" y="701024"/>
                </a:lnTo>
                <a:lnTo>
                  <a:pt x="284124" y="716763"/>
                </a:lnTo>
                <a:lnTo>
                  <a:pt x="268385" y="732502"/>
                </a:lnTo>
                <a:close/>
              </a:path>
              <a:path w="628650" h="984250">
                <a:moveTo>
                  <a:pt x="268385" y="632570"/>
                </a:moveTo>
                <a:lnTo>
                  <a:pt x="252646" y="616830"/>
                </a:lnTo>
                <a:lnTo>
                  <a:pt x="268385" y="601091"/>
                </a:lnTo>
                <a:lnTo>
                  <a:pt x="284124" y="616830"/>
                </a:lnTo>
                <a:lnTo>
                  <a:pt x="268385" y="632570"/>
                </a:lnTo>
                <a:close/>
              </a:path>
              <a:path w="628650" h="984250">
                <a:moveTo>
                  <a:pt x="268385" y="682536"/>
                </a:moveTo>
                <a:lnTo>
                  <a:pt x="252646" y="666797"/>
                </a:lnTo>
                <a:lnTo>
                  <a:pt x="268385" y="651058"/>
                </a:lnTo>
                <a:lnTo>
                  <a:pt x="284124" y="666797"/>
                </a:lnTo>
                <a:lnTo>
                  <a:pt x="268385" y="682536"/>
                </a:lnTo>
                <a:close/>
              </a:path>
              <a:path w="628650" h="984250">
                <a:moveTo>
                  <a:pt x="218418" y="783218"/>
                </a:moveTo>
                <a:lnTo>
                  <a:pt x="201930" y="766729"/>
                </a:lnTo>
                <a:lnTo>
                  <a:pt x="218418" y="750240"/>
                </a:lnTo>
                <a:lnTo>
                  <a:pt x="234908" y="766729"/>
                </a:lnTo>
                <a:lnTo>
                  <a:pt x="218418" y="783218"/>
                </a:lnTo>
                <a:close/>
              </a:path>
              <a:path w="628650" h="984250">
                <a:moveTo>
                  <a:pt x="268385" y="382739"/>
                </a:moveTo>
                <a:lnTo>
                  <a:pt x="252646" y="367001"/>
                </a:lnTo>
                <a:lnTo>
                  <a:pt x="268385" y="351261"/>
                </a:lnTo>
                <a:lnTo>
                  <a:pt x="284124" y="367001"/>
                </a:lnTo>
                <a:lnTo>
                  <a:pt x="268385" y="382739"/>
                </a:lnTo>
                <a:close/>
              </a:path>
              <a:path w="628650" h="984250">
                <a:moveTo>
                  <a:pt x="268385" y="332773"/>
                </a:moveTo>
                <a:lnTo>
                  <a:pt x="252646" y="317034"/>
                </a:lnTo>
                <a:lnTo>
                  <a:pt x="268385" y="301295"/>
                </a:lnTo>
                <a:lnTo>
                  <a:pt x="284124" y="317034"/>
                </a:lnTo>
                <a:lnTo>
                  <a:pt x="268385" y="332773"/>
                </a:lnTo>
                <a:close/>
              </a:path>
              <a:path w="628650" h="984250">
                <a:moveTo>
                  <a:pt x="268385" y="282808"/>
                </a:moveTo>
                <a:lnTo>
                  <a:pt x="252646" y="267068"/>
                </a:lnTo>
                <a:lnTo>
                  <a:pt x="268385" y="251329"/>
                </a:lnTo>
                <a:lnTo>
                  <a:pt x="284124" y="267068"/>
                </a:lnTo>
                <a:lnTo>
                  <a:pt x="268385" y="282808"/>
                </a:lnTo>
                <a:close/>
              </a:path>
              <a:path w="628650" h="984250">
                <a:moveTo>
                  <a:pt x="168453" y="883900"/>
                </a:moveTo>
                <a:lnTo>
                  <a:pt x="151214" y="866661"/>
                </a:lnTo>
                <a:lnTo>
                  <a:pt x="168453" y="849423"/>
                </a:lnTo>
                <a:lnTo>
                  <a:pt x="185691" y="866661"/>
                </a:lnTo>
                <a:lnTo>
                  <a:pt x="168453" y="883900"/>
                </a:lnTo>
                <a:close/>
              </a:path>
              <a:path w="628650" h="984250">
                <a:moveTo>
                  <a:pt x="270158" y="430934"/>
                </a:moveTo>
                <a:lnTo>
                  <a:pt x="254407" y="415205"/>
                </a:lnTo>
                <a:lnTo>
                  <a:pt x="268385" y="401227"/>
                </a:lnTo>
                <a:lnTo>
                  <a:pt x="284124" y="416967"/>
                </a:lnTo>
                <a:lnTo>
                  <a:pt x="270158" y="430934"/>
                </a:lnTo>
                <a:close/>
              </a:path>
              <a:path w="628650" h="984250">
                <a:moveTo>
                  <a:pt x="218418" y="83693"/>
                </a:moveTo>
                <a:lnTo>
                  <a:pt x="201930" y="67204"/>
                </a:lnTo>
                <a:lnTo>
                  <a:pt x="218418" y="50715"/>
                </a:lnTo>
                <a:lnTo>
                  <a:pt x="234908" y="67204"/>
                </a:lnTo>
                <a:lnTo>
                  <a:pt x="218418" y="83693"/>
                </a:lnTo>
                <a:close/>
              </a:path>
              <a:path w="628650" h="984250">
                <a:moveTo>
                  <a:pt x="268385" y="132909"/>
                </a:moveTo>
                <a:lnTo>
                  <a:pt x="252646" y="117169"/>
                </a:lnTo>
                <a:lnTo>
                  <a:pt x="268385" y="101431"/>
                </a:lnTo>
                <a:lnTo>
                  <a:pt x="284124" y="117169"/>
                </a:lnTo>
                <a:lnTo>
                  <a:pt x="268385" y="132909"/>
                </a:lnTo>
                <a:close/>
              </a:path>
              <a:path w="628650" h="984250">
                <a:moveTo>
                  <a:pt x="218418" y="133659"/>
                </a:moveTo>
                <a:lnTo>
                  <a:pt x="201930" y="117169"/>
                </a:lnTo>
                <a:lnTo>
                  <a:pt x="218418" y="100681"/>
                </a:lnTo>
                <a:lnTo>
                  <a:pt x="234908" y="117169"/>
                </a:lnTo>
                <a:lnTo>
                  <a:pt x="218418" y="133659"/>
                </a:lnTo>
                <a:close/>
              </a:path>
              <a:path w="628650" h="984250">
                <a:moveTo>
                  <a:pt x="268385" y="232842"/>
                </a:moveTo>
                <a:lnTo>
                  <a:pt x="252646" y="217102"/>
                </a:lnTo>
                <a:lnTo>
                  <a:pt x="268385" y="201363"/>
                </a:lnTo>
                <a:lnTo>
                  <a:pt x="284124" y="217102"/>
                </a:lnTo>
                <a:lnTo>
                  <a:pt x="268385" y="232842"/>
                </a:lnTo>
                <a:close/>
              </a:path>
              <a:path w="628650" h="984250">
                <a:moveTo>
                  <a:pt x="268385" y="182876"/>
                </a:moveTo>
                <a:lnTo>
                  <a:pt x="252646" y="167136"/>
                </a:lnTo>
                <a:lnTo>
                  <a:pt x="268385" y="151397"/>
                </a:lnTo>
                <a:lnTo>
                  <a:pt x="284124" y="167136"/>
                </a:lnTo>
                <a:lnTo>
                  <a:pt x="268385" y="182876"/>
                </a:lnTo>
                <a:close/>
              </a:path>
              <a:path w="628650" h="984250">
                <a:moveTo>
                  <a:pt x="168453" y="734001"/>
                </a:moveTo>
                <a:lnTo>
                  <a:pt x="151214" y="716763"/>
                </a:lnTo>
                <a:lnTo>
                  <a:pt x="168453" y="699524"/>
                </a:lnTo>
                <a:lnTo>
                  <a:pt x="185691" y="716763"/>
                </a:lnTo>
                <a:lnTo>
                  <a:pt x="168453" y="734001"/>
                </a:lnTo>
                <a:close/>
              </a:path>
              <a:path w="628650" h="984250">
                <a:moveTo>
                  <a:pt x="168453" y="684035"/>
                </a:moveTo>
                <a:lnTo>
                  <a:pt x="151214" y="666797"/>
                </a:lnTo>
                <a:lnTo>
                  <a:pt x="168453" y="649558"/>
                </a:lnTo>
                <a:lnTo>
                  <a:pt x="185691" y="666797"/>
                </a:lnTo>
                <a:lnTo>
                  <a:pt x="168453" y="684035"/>
                </a:lnTo>
                <a:close/>
              </a:path>
              <a:path w="628650" h="984250">
                <a:moveTo>
                  <a:pt x="168453" y="833933"/>
                </a:moveTo>
                <a:lnTo>
                  <a:pt x="151214" y="816695"/>
                </a:lnTo>
                <a:lnTo>
                  <a:pt x="168453" y="799457"/>
                </a:lnTo>
                <a:lnTo>
                  <a:pt x="185691" y="816695"/>
                </a:lnTo>
                <a:lnTo>
                  <a:pt x="168453" y="833933"/>
                </a:lnTo>
                <a:close/>
              </a:path>
              <a:path w="628650" h="984250">
                <a:moveTo>
                  <a:pt x="168453" y="783967"/>
                </a:moveTo>
                <a:lnTo>
                  <a:pt x="151214" y="766729"/>
                </a:lnTo>
                <a:lnTo>
                  <a:pt x="168453" y="749491"/>
                </a:lnTo>
                <a:lnTo>
                  <a:pt x="185691" y="766729"/>
                </a:lnTo>
                <a:lnTo>
                  <a:pt x="168453" y="783967"/>
                </a:lnTo>
                <a:close/>
              </a:path>
              <a:path w="628650" h="984250">
                <a:moveTo>
                  <a:pt x="18554" y="836182"/>
                </a:moveTo>
                <a:lnTo>
                  <a:pt x="0" y="817627"/>
                </a:lnTo>
                <a:lnTo>
                  <a:pt x="19488" y="798142"/>
                </a:lnTo>
                <a:lnTo>
                  <a:pt x="38041" y="816695"/>
                </a:lnTo>
                <a:lnTo>
                  <a:pt x="18554" y="836182"/>
                </a:lnTo>
                <a:close/>
              </a:path>
              <a:path w="628650" h="984250">
                <a:moveTo>
                  <a:pt x="318351" y="332024"/>
                </a:moveTo>
                <a:lnTo>
                  <a:pt x="303361" y="317034"/>
                </a:lnTo>
                <a:lnTo>
                  <a:pt x="318351" y="302044"/>
                </a:lnTo>
                <a:lnTo>
                  <a:pt x="333341" y="317034"/>
                </a:lnTo>
                <a:lnTo>
                  <a:pt x="318351" y="332024"/>
                </a:lnTo>
                <a:close/>
              </a:path>
              <a:path w="628650" h="984250">
                <a:moveTo>
                  <a:pt x="68520" y="785467"/>
                </a:moveTo>
                <a:lnTo>
                  <a:pt x="50344" y="767290"/>
                </a:lnTo>
                <a:lnTo>
                  <a:pt x="69083" y="748554"/>
                </a:lnTo>
                <a:lnTo>
                  <a:pt x="87258" y="766729"/>
                </a:lnTo>
                <a:lnTo>
                  <a:pt x="68520" y="785467"/>
                </a:lnTo>
                <a:close/>
              </a:path>
              <a:path w="628650" h="984250">
                <a:moveTo>
                  <a:pt x="468249" y="429707"/>
                </a:moveTo>
                <a:lnTo>
                  <a:pt x="455508" y="416967"/>
                </a:lnTo>
                <a:lnTo>
                  <a:pt x="468249" y="404225"/>
                </a:lnTo>
                <a:lnTo>
                  <a:pt x="480991" y="416967"/>
                </a:lnTo>
                <a:lnTo>
                  <a:pt x="468249" y="429707"/>
                </a:lnTo>
                <a:close/>
              </a:path>
              <a:path w="628650" h="984250">
                <a:moveTo>
                  <a:pt x="418283" y="380491"/>
                </a:moveTo>
                <a:lnTo>
                  <a:pt x="404793" y="367001"/>
                </a:lnTo>
                <a:lnTo>
                  <a:pt x="418283" y="353510"/>
                </a:lnTo>
                <a:lnTo>
                  <a:pt x="431774" y="367001"/>
                </a:lnTo>
                <a:lnTo>
                  <a:pt x="418283" y="380491"/>
                </a:lnTo>
                <a:close/>
              </a:path>
              <a:path w="628650" h="984250">
                <a:moveTo>
                  <a:pt x="418283" y="280559"/>
                </a:moveTo>
                <a:lnTo>
                  <a:pt x="404793" y="267068"/>
                </a:lnTo>
                <a:lnTo>
                  <a:pt x="418283" y="253578"/>
                </a:lnTo>
                <a:lnTo>
                  <a:pt x="431774" y="267068"/>
                </a:lnTo>
                <a:lnTo>
                  <a:pt x="418283" y="280559"/>
                </a:lnTo>
                <a:close/>
              </a:path>
              <a:path w="628650" h="984250">
                <a:moveTo>
                  <a:pt x="418283" y="480423"/>
                </a:moveTo>
                <a:lnTo>
                  <a:pt x="404793" y="466933"/>
                </a:lnTo>
                <a:lnTo>
                  <a:pt x="418283" y="453441"/>
                </a:lnTo>
                <a:lnTo>
                  <a:pt x="431774" y="466933"/>
                </a:lnTo>
                <a:lnTo>
                  <a:pt x="418283" y="480423"/>
                </a:lnTo>
                <a:close/>
              </a:path>
              <a:path w="628650" h="984250">
                <a:moveTo>
                  <a:pt x="418283" y="430457"/>
                </a:moveTo>
                <a:lnTo>
                  <a:pt x="404793" y="416967"/>
                </a:lnTo>
                <a:lnTo>
                  <a:pt x="418283" y="403475"/>
                </a:lnTo>
                <a:lnTo>
                  <a:pt x="431774" y="416967"/>
                </a:lnTo>
                <a:lnTo>
                  <a:pt x="418283" y="430457"/>
                </a:lnTo>
                <a:close/>
              </a:path>
              <a:path w="628650" h="984250">
                <a:moveTo>
                  <a:pt x="368317" y="681037"/>
                </a:moveTo>
                <a:lnTo>
                  <a:pt x="354077" y="666797"/>
                </a:lnTo>
                <a:lnTo>
                  <a:pt x="368317" y="652556"/>
                </a:lnTo>
                <a:lnTo>
                  <a:pt x="382557" y="666797"/>
                </a:lnTo>
                <a:lnTo>
                  <a:pt x="368317" y="681037"/>
                </a:lnTo>
                <a:close/>
              </a:path>
              <a:path w="628650" h="984250">
                <a:moveTo>
                  <a:pt x="368317" y="780969"/>
                </a:moveTo>
                <a:lnTo>
                  <a:pt x="354077" y="766729"/>
                </a:lnTo>
                <a:lnTo>
                  <a:pt x="368317" y="752489"/>
                </a:lnTo>
                <a:lnTo>
                  <a:pt x="382557" y="766729"/>
                </a:lnTo>
                <a:lnTo>
                  <a:pt x="368317" y="780969"/>
                </a:lnTo>
                <a:close/>
              </a:path>
              <a:path w="628650" h="984250">
                <a:moveTo>
                  <a:pt x="368317" y="731003"/>
                </a:moveTo>
                <a:lnTo>
                  <a:pt x="354077" y="716763"/>
                </a:lnTo>
                <a:lnTo>
                  <a:pt x="368317" y="702522"/>
                </a:lnTo>
                <a:lnTo>
                  <a:pt x="382557" y="716763"/>
                </a:lnTo>
                <a:lnTo>
                  <a:pt x="368317" y="731003"/>
                </a:lnTo>
                <a:close/>
              </a:path>
              <a:path w="628650" h="984250">
                <a:moveTo>
                  <a:pt x="418283" y="330525"/>
                </a:moveTo>
                <a:lnTo>
                  <a:pt x="404793" y="317034"/>
                </a:lnTo>
                <a:lnTo>
                  <a:pt x="418283" y="303544"/>
                </a:lnTo>
                <a:lnTo>
                  <a:pt x="431774" y="317034"/>
                </a:lnTo>
                <a:lnTo>
                  <a:pt x="418283" y="330525"/>
                </a:lnTo>
                <a:close/>
              </a:path>
              <a:path w="628650" h="984250">
                <a:moveTo>
                  <a:pt x="418283" y="530390"/>
                </a:moveTo>
                <a:lnTo>
                  <a:pt x="404793" y="516899"/>
                </a:lnTo>
                <a:lnTo>
                  <a:pt x="418283" y="503407"/>
                </a:lnTo>
                <a:lnTo>
                  <a:pt x="431774" y="516899"/>
                </a:lnTo>
                <a:lnTo>
                  <a:pt x="418283" y="530390"/>
                </a:lnTo>
                <a:close/>
              </a:path>
              <a:path w="628650" h="984250">
                <a:moveTo>
                  <a:pt x="418283" y="680288"/>
                </a:moveTo>
                <a:lnTo>
                  <a:pt x="404793" y="666797"/>
                </a:lnTo>
                <a:lnTo>
                  <a:pt x="418283" y="653306"/>
                </a:lnTo>
                <a:lnTo>
                  <a:pt x="431774" y="666797"/>
                </a:lnTo>
                <a:lnTo>
                  <a:pt x="418283" y="680288"/>
                </a:lnTo>
                <a:close/>
              </a:path>
              <a:path w="628650" h="984250">
                <a:moveTo>
                  <a:pt x="468249" y="329776"/>
                </a:moveTo>
                <a:lnTo>
                  <a:pt x="455508" y="317034"/>
                </a:lnTo>
                <a:lnTo>
                  <a:pt x="468249" y="304292"/>
                </a:lnTo>
                <a:lnTo>
                  <a:pt x="480991" y="317034"/>
                </a:lnTo>
                <a:lnTo>
                  <a:pt x="468249" y="329776"/>
                </a:lnTo>
                <a:close/>
              </a:path>
              <a:path w="628650" h="984250">
                <a:moveTo>
                  <a:pt x="468249" y="379741"/>
                </a:moveTo>
                <a:lnTo>
                  <a:pt x="455508" y="367001"/>
                </a:lnTo>
                <a:lnTo>
                  <a:pt x="468249" y="354259"/>
                </a:lnTo>
                <a:lnTo>
                  <a:pt x="480991" y="367001"/>
                </a:lnTo>
                <a:lnTo>
                  <a:pt x="468249" y="379741"/>
                </a:lnTo>
                <a:close/>
              </a:path>
              <a:path w="628650" h="984250">
                <a:moveTo>
                  <a:pt x="468249" y="479674"/>
                </a:moveTo>
                <a:lnTo>
                  <a:pt x="455508" y="466933"/>
                </a:lnTo>
                <a:lnTo>
                  <a:pt x="468249" y="454191"/>
                </a:lnTo>
                <a:lnTo>
                  <a:pt x="480991" y="466933"/>
                </a:lnTo>
                <a:lnTo>
                  <a:pt x="468249" y="479674"/>
                </a:lnTo>
                <a:close/>
              </a:path>
              <a:path w="628650" h="984250">
                <a:moveTo>
                  <a:pt x="418283" y="730254"/>
                </a:moveTo>
                <a:lnTo>
                  <a:pt x="404793" y="716763"/>
                </a:lnTo>
                <a:lnTo>
                  <a:pt x="418283" y="703272"/>
                </a:lnTo>
                <a:lnTo>
                  <a:pt x="431774" y="716763"/>
                </a:lnTo>
                <a:lnTo>
                  <a:pt x="418283" y="730254"/>
                </a:lnTo>
                <a:close/>
              </a:path>
              <a:path w="628650" h="984250">
                <a:moveTo>
                  <a:pt x="418283" y="580356"/>
                </a:moveTo>
                <a:lnTo>
                  <a:pt x="404793" y="566865"/>
                </a:lnTo>
                <a:lnTo>
                  <a:pt x="418283" y="553374"/>
                </a:lnTo>
                <a:lnTo>
                  <a:pt x="431774" y="566865"/>
                </a:lnTo>
                <a:lnTo>
                  <a:pt x="418283" y="580356"/>
                </a:lnTo>
                <a:close/>
              </a:path>
              <a:path w="628650" h="984250">
                <a:moveTo>
                  <a:pt x="418283" y="630322"/>
                </a:moveTo>
                <a:lnTo>
                  <a:pt x="404793" y="616830"/>
                </a:lnTo>
                <a:lnTo>
                  <a:pt x="418283" y="603340"/>
                </a:lnTo>
                <a:lnTo>
                  <a:pt x="431774" y="616830"/>
                </a:lnTo>
                <a:lnTo>
                  <a:pt x="418283" y="630322"/>
                </a:lnTo>
                <a:close/>
              </a:path>
              <a:path w="628650" h="984250">
                <a:moveTo>
                  <a:pt x="368317" y="631071"/>
                </a:moveTo>
                <a:lnTo>
                  <a:pt x="354077" y="616830"/>
                </a:lnTo>
                <a:lnTo>
                  <a:pt x="368317" y="602590"/>
                </a:lnTo>
                <a:lnTo>
                  <a:pt x="382557" y="616830"/>
                </a:lnTo>
                <a:lnTo>
                  <a:pt x="368317" y="631071"/>
                </a:lnTo>
                <a:close/>
              </a:path>
              <a:path w="628650" h="984250">
                <a:moveTo>
                  <a:pt x="368317" y="481173"/>
                </a:moveTo>
                <a:lnTo>
                  <a:pt x="354077" y="466933"/>
                </a:lnTo>
                <a:lnTo>
                  <a:pt x="368317" y="452693"/>
                </a:lnTo>
                <a:lnTo>
                  <a:pt x="382557" y="466933"/>
                </a:lnTo>
                <a:lnTo>
                  <a:pt x="368317" y="481173"/>
                </a:lnTo>
                <a:close/>
              </a:path>
              <a:path w="628650" h="984250">
                <a:moveTo>
                  <a:pt x="368317" y="431207"/>
                </a:moveTo>
                <a:lnTo>
                  <a:pt x="354077" y="416967"/>
                </a:lnTo>
                <a:lnTo>
                  <a:pt x="368317" y="402726"/>
                </a:lnTo>
                <a:lnTo>
                  <a:pt x="382557" y="416967"/>
                </a:lnTo>
                <a:lnTo>
                  <a:pt x="368317" y="431207"/>
                </a:lnTo>
                <a:close/>
              </a:path>
              <a:path w="628650" h="984250">
                <a:moveTo>
                  <a:pt x="368317" y="531139"/>
                </a:moveTo>
                <a:lnTo>
                  <a:pt x="354077" y="516899"/>
                </a:lnTo>
                <a:lnTo>
                  <a:pt x="368317" y="502659"/>
                </a:lnTo>
                <a:lnTo>
                  <a:pt x="382557" y="516899"/>
                </a:lnTo>
                <a:lnTo>
                  <a:pt x="368317" y="531139"/>
                </a:lnTo>
                <a:close/>
              </a:path>
              <a:path w="628650" h="984250">
                <a:moveTo>
                  <a:pt x="318351" y="282058"/>
                </a:moveTo>
                <a:lnTo>
                  <a:pt x="303361" y="267068"/>
                </a:lnTo>
                <a:lnTo>
                  <a:pt x="318351" y="252078"/>
                </a:lnTo>
                <a:lnTo>
                  <a:pt x="333341" y="267068"/>
                </a:lnTo>
                <a:lnTo>
                  <a:pt x="318351" y="282058"/>
                </a:lnTo>
                <a:close/>
              </a:path>
              <a:path w="628650" h="984250">
                <a:moveTo>
                  <a:pt x="368317" y="581105"/>
                </a:moveTo>
                <a:lnTo>
                  <a:pt x="354077" y="566865"/>
                </a:lnTo>
                <a:lnTo>
                  <a:pt x="368317" y="552624"/>
                </a:lnTo>
                <a:lnTo>
                  <a:pt x="382557" y="566865"/>
                </a:lnTo>
                <a:lnTo>
                  <a:pt x="368317" y="581105"/>
                </a:lnTo>
                <a:close/>
              </a:path>
              <a:path w="628650" h="984250">
                <a:moveTo>
                  <a:pt x="368317" y="381241"/>
                </a:moveTo>
                <a:lnTo>
                  <a:pt x="354077" y="367001"/>
                </a:lnTo>
                <a:lnTo>
                  <a:pt x="368317" y="352760"/>
                </a:lnTo>
                <a:lnTo>
                  <a:pt x="382557" y="367001"/>
                </a:lnTo>
                <a:lnTo>
                  <a:pt x="368317" y="381241"/>
                </a:lnTo>
                <a:close/>
              </a:path>
              <a:path w="628650" h="984250">
                <a:moveTo>
                  <a:pt x="368317" y="281309"/>
                </a:moveTo>
                <a:lnTo>
                  <a:pt x="354077" y="267068"/>
                </a:lnTo>
                <a:lnTo>
                  <a:pt x="368317" y="252828"/>
                </a:lnTo>
                <a:lnTo>
                  <a:pt x="382557" y="267068"/>
                </a:lnTo>
                <a:lnTo>
                  <a:pt x="368317" y="281309"/>
                </a:lnTo>
                <a:close/>
              </a:path>
              <a:path w="628650" h="984250">
                <a:moveTo>
                  <a:pt x="368317" y="331275"/>
                </a:moveTo>
                <a:lnTo>
                  <a:pt x="354077" y="317034"/>
                </a:lnTo>
                <a:lnTo>
                  <a:pt x="368317" y="302794"/>
                </a:lnTo>
                <a:lnTo>
                  <a:pt x="382557" y="317034"/>
                </a:lnTo>
                <a:lnTo>
                  <a:pt x="368317" y="331275"/>
                </a:lnTo>
                <a:close/>
              </a:path>
              <a:path w="628650" h="984250">
                <a:moveTo>
                  <a:pt x="368317" y="231342"/>
                </a:moveTo>
                <a:lnTo>
                  <a:pt x="354077" y="217102"/>
                </a:lnTo>
                <a:lnTo>
                  <a:pt x="368317" y="202862"/>
                </a:lnTo>
                <a:lnTo>
                  <a:pt x="382557" y="217102"/>
                </a:lnTo>
                <a:lnTo>
                  <a:pt x="368317" y="231342"/>
                </a:lnTo>
                <a:close/>
              </a:path>
              <a:path w="628650" h="984250">
                <a:moveTo>
                  <a:pt x="318351" y="182126"/>
                </a:moveTo>
                <a:lnTo>
                  <a:pt x="303361" y="167136"/>
                </a:lnTo>
                <a:lnTo>
                  <a:pt x="318351" y="152146"/>
                </a:lnTo>
                <a:lnTo>
                  <a:pt x="333341" y="167136"/>
                </a:lnTo>
                <a:lnTo>
                  <a:pt x="318351" y="182126"/>
                </a:lnTo>
                <a:close/>
              </a:path>
              <a:path w="628650" h="984250">
                <a:moveTo>
                  <a:pt x="618148" y="477425"/>
                </a:moveTo>
                <a:lnTo>
                  <a:pt x="607655" y="466933"/>
                </a:lnTo>
                <a:lnTo>
                  <a:pt x="618148" y="456439"/>
                </a:lnTo>
                <a:lnTo>
                  <a:pt x="628640" y="466933"/>
                </a:lnTo>
                <a:lnTo>
                  <a:pt x="618148" y="477425"/>
                </a:lnTo>
                <a:close/>
              </a:path>
              <a:path w="628650" h="984250">
                <a:moveTo>
                  <a:pt x="318351" y="232092"/>
                </a:moveTo>
                <a:lnTo>
                  <a:pt x="303361" y="217102"/>
                </a:lnTo>
                <a:lnTo>
                  <a:pt x="318351" y="202112"/>
                </a:lnTo>
                <a:lnTo>
                  <a:pt x="333341" y="217102"/>
                </a:lnTo>
                <a:lnTo>
                  <a:pt x="318351" y="232092"/>
                </a:lnTo>
                <a:close/>
              </a:path>
              <a:path w="628650" h="984250">
                <a:moveTo>
                  <a:pt x="518215" y="628822"/>
                </a:moveTo>
                <a:lnTo>
                  <a:pt x="506223" y="616830"/>
                </a:lnTo>
                <a:lnTo>
                  <a:pt x="518215" y="604839"/>
                </a:lnTo>
                <a:lnTo>
                  <a:pt x="530208" y="616830"/>
                </a:lnTo>
                <a:lnTo>
                  <a:pt x="518215" y="628822"/>
                </a:lnTo>
                <a:close/>
              </a:path>
              <a:path w="628650" h="984250">
                <a:moveTo>
                  <a:pt x="518215" y="428959"/>
                </a:moveTo>
                <a:lnTo>
                  <a:pt x="506223" y="416967"/>
                </a:lnTo>
                <a:lnTo>
                  <a:pt x="518215" y="404975"/>
                </a:lnTo>
                <a:lnTo>
                  <a:pt x="530208" y="416967"/>
                </a:lnTo>
                <a:lnTo>
                  <a:pt x="518215" y="428959"/>
                </a:lnTo>
                <a:close/>
              </a:path>
              <a:path w="628650" h="984250">
                <a:moveTo>
                  <a:pt x="618148" y="527391"/>
                </a:moveTo>
                <a:lnTo>
                  <a:pt x="607655" y="516899"/>
                </a:lnTo>
                <a:lnTo>
                  <a:pt x="618148" y="506406"/>
                </a:lnTo>
                <a:lnTo>
                  <a:pt x="628640" y="516899"/>
                </a:lnTo>
                <a:lnTo>
                  <a:pt x="618148" y="527391"/>
                </a:lnTo>
                <a:close/>
              </a:path>
              <a:path w="628650" h="984250">
                <a:moveTo>
                  <a:pt x="518215" y="478924"/>
                </a:moveTo>
                <a:lnTo>
                  <a:pt x="506223" y="466933"/>
                </a:lnTo>
                <a:lnTo>
                  <a:pt x="518215" y="454941"/>
                </a:lnTo>
                <a:lnTo>
                  <a:pt x="530208" y="466933"/>
                </a:lnTo>
                <a:lnTo>
                  <a:pt x="518215" y="478924"/>
                </a:lnTo>
                <a:close/>
              </a:path>
              <a:path w="628650" h="984250">
                <a:moveTo>
                  <a:pt x="468249" y="629572"/>
                </a:moveTo>
                <a:lnTo>
                  <a:pt x="455508" y="616830"/>
                </a:lnTo>
                <a:lnTo>
                  <a:pt x="468249" y="604090"/>
                </a:lnTo>
                <a:lnTo>
                  <a:pt x="480991" y="616830"/>
                </a:lnTo>
                <a:lnTo>
                  <a:pt x="468249" y="629572"/>
                </a:lnTo>
                <a:close/>
              </a:path>
              <a:path w="628650" h="984250">
                <a:moveTo>
                  <a:pt x="468249" y="579606"/>
                </a:moveTo>
                <a:lnTo>
                  <a:pt x="455508" y="566865"/>
                </a:lnTo>
                <a:lnTo>
                  <a:pt x="468249" y="554123"/>
                </a:lnTo>
                <a:lnTo>
                  <a:pt x="480991" y="566865"/>
                </a:lnTo>
                <a:lnTo>
                  <a:pt x="468249" y="579606"/>
                </a:lnTo>
                <a:close/>
              </a:path>
              <a:path w="628650" h="984250">
                <a:moveTo>
                  <a:pt x="468249" y="679539"/>
                </a:moveTo>
                <a:lnTo>
                  <a:pt x="455508" y="666797"/>
                </a:lnTo>
                <a:lnTo>
                  <a:pt x="468249" y="654056"/>
                </a:lnTo>
                <a:lnTo>
                  <a:pt x="480991" y="666797"/>
                </a:lnTo>
                <a:lnTo>
                  <a:pt x="468249" y="679539"/>
                </a:lnTo>
                <a:close/>
              </a:path>
              <a:path w="628650" h="984250">
                <a:moveTo>
                  <a:pt x="518215" y="528890"/>
                </a:moveTo>
                <a:lnTo>
                  <a:pt x="506223" y="516899"/>
                </a:lnTo>
                <a:lnTo>
                  <a:pt x="518215" y="504907"/>
                </a:lnTo>
                <a:lnTo>
                  <a:pt x="530208" y="516899"/>
                </a:lnTo>
                <a:lnTo>
                  <a:pt x="518215" y="528890"/>
                </a:lnTo>
                <a:close/>
              </a:path>
              <a:path w="628650" h="984250">
                <a:moveTo>
                  <a:pt x="518215" y="378993"/>
                </a:moveTo>
                <a:lnTo>
                  <a:pt x="506223" y="367001"/>
                </a:lnTo>
                <a:lnTo>
                  <a:pt x="518215" y="355009"/>
                </a:lnTo>
                <a:lnTo>
                  <a:pt x="530208" y="367001"/>
                </a:lnTo>
                <a:lnTo>
                  <a:pt x="518215" y="378993"/>
                </a:lnTo>
                <a:close/>
              </a:path>
              <a:path w="628650" h="984250">
                <a:moveTo>
                  <a:pt x="568182" y="528141"/>
                </a:moveTo>
                <a:lnTo>
                  <a:pt x="556939" y="516899"/>
                </a:lnTo>
                <a:lnTo>
                  <a:pt x="568182" y="505656"/>
                </a:lnTo>
                <a:lnTo>
                  <a:pt x="579424" y="516899"/>
                </a:lnTo>
                <a:lnTo>
                  <a:pt x="568182" y="528141"/>
                </a:lnTo>
                <a:close/>
              </a:path>
              <a:path w="628650" h="984250">
                <a:moveTo>
                  <a:pt x="568182" y="578108"/>
                </a:moveTo>
                <a:lnTo>
                  <a:pt x="556939" y="566865"/>
                </a:lnTo>
                <a:lnTo>
                  <a:pt x="568182" y="555622"/>
                </a:lnTo>
                <a:lnTo>
                  <a:pt x="579424" y="566865"/>
                </a:lnTo>
                <a:lnTo>
                  <a:pt x="568182" y="578108"/>
                </a:lnTo>
                <a:close/>
              </a:path>
              <a:path w="628650" h="984250">
                <a:moveTo>
                  <a:pt x="568182" y="478175"/>
                </a:moveTo>
                <a:lnTo>
                  <a:pt x="556939" y="466933"/>
                </a:lnTo>
                <a:lnTo>
                  <a:pt x="568182" y="455690"/>
                </a:lnTo>
                <a:lnTo>
                  <a:pt x="579424" y="466933"/>
                </a:lnTo>
                <a:lnTo>
                  <a:pt x="568182" y="478175"/>
                </a:lnTo>
                <a:close/>
              </a:path>
              <a:path w="628650" h="984250">
                <a:moveTo>
                  <a:pt x="468249" y="529640"/>
                </a:moveTo>
                <a:lnTo>
                  <a:pt x="455508" y="516899"/>
                </a:lnTo>
                <a:lnTo>
                  <a:pt x="468249" y="504157"/>
                </a:lnTo>
                <a:lnTo>
                  <a:pt x="480991" y="516899"/>
                </a:lnTo>
                <a:lnTo>
                  <a:pt x="468249" y="529640"/>
                </a:lnTo>
                <a:close/>
              </a:path>
              <a:path w="628650" h="984250">
                <a:moveTo>
                  <a:pt x="568182" y="428209"/>
                </a:moveTo>
                <a:lnTo>
                  <a:pt x="556939" y="416967"/>
                </a:lnTo>
                <a:lnTo>
                  <a:pt x="568182" y="405724"/>
                </a:lnTo>
                <a:lnTo>
                  <a:pt x="579424" y="416967"/>
                </a:lnTo>
                <a:lnTo>
                  <a:pt x="568182" y="428209"/>
                </a:lnTo>
                <a:close/>
              </a:path>
              <a:path w="628650" h="984250">
                <a:moveTo>
                  <a:pt x="518215" y="578856"/>
                </a:moveTo>
                <a:lnTo>
                  <a:pt x="506223" y="566865"/>
                </a:lnTo>
                <a:lnTo>
                  <a:pt x="518215" y="554873"/>
                </a:lnTo>
                <a:lnTo>
                  <a:pt x="530208" y="566865"/>
                </a:lnTo>
                <a:lnTo>
                  <a:pt x="518215" y="578856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27778" y="4192495"/>
            <a:ext cx="1954694" cy="190417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6269258" y="4652376"/>
            <a:ext cx="628650" cy="984250"/>
          </a:xfrm>
          <a:custGeom>
            <a:avLst/>
            <a:gdLst/>
            <a:ahLst/>
            <a:cxnLst/>
            <a:rect l="l" t="t" r="r" b="b"/>
            <a:pathLst>
              <a:path w="628650" h="984250">
                <a:moveTo>
                  <a:pt x="510153" y="898640"/>
                </a:moveTo>
                <a:lnTo>
                  <a:pt x="528141" y="916627"/>
                </a:lnTo>
                <a:lnTo>
                  <a:pt x="510153" y="934615"/>
                </a:lnTo>
                <a:lnTo>
                  <a:pt x="492165" y="916627"/>
                </a:lnTo>
                <a:lnTo>
                  <a:pt x="510153" y="898640"/>
                </a:lnTo>
                <a:close/>
              </a:path>
              <a:path w="628650" h="984250">
                <a:moveTo>
                  <a:pt x="510153" y="798707"/>
                </a:moveTo>
                <a:lnTo>
                  <a:pt x="528141" y="816695"/>
                </a:lnTo>
                <a:lnTo>
                  <a:pt x="510153" y="834683"/>
                </a:lnTo>
                <a:lnTo>
                  <a:pt x="492165" y="816695"/>
                </a:lnTo>
                <a:lnTo>
                  <a:pt x="510153" y="798707"/>
                </a:lnTo>
                <a:close/>
              </a:path>
              <a:path w="628650" h="984250">
                <a:moveTo>
                  <a:pt x="510153" y="848673"/>
                </a:moveTo>
                <a:lnTo>
                  <a:pt x="528141" y="866662"/>
                </a:lnTo>
                <a:lnTo>
                  <a:pt x="510153" y="884649"/>
                </a:lnTo>
                <a:lnTo>
                  <a:pt x="492165" y="866662"/>
                </a:lnTo>
                <a:lnTo>
                  <a:pt x="510153" y="848673"/>
                </a:lnTo>
                <a:close/>
              </a:path>
              <a:path w="628650" h="984250">
                <a:moveTo>
                  <a:pt x="457710" y="652035"/>
                </a:moveTo>
                <a:lnTo>
                  <a:pt x="474954" y="669270"/>
                </a:lnTo>
                <a:lnTo>
                  <a:pt x="460187" y="684035"/>
                </a:lnTo>
                <a:lnTo>
                  <a:pt x="442948" y="666797"/>
                </a:lnTo>
                <a:lnTo>
                  <a:pt x="457710" y="652035"/>
                </a:lnTo>
                <a:close/>
              </a:path>
              <a:path w="628650" h="984250">
                <a:moveTo>
                  <a:pt x="460187" y="699525"/>
                </a:moveTo>
                <a:lnTo>
                  <a:pt x="477425" y="716763"/>
                </a:lnTo>
                <a:lnTo>
                  <a:pt x="460187" y="734001"/>
                </a:lnTo>
                <a:lnTo>
                  <a:pt x="442948" y="716763"/>
                </a:lnTo>
                <a:lnTo>
                  <a:pt x="460187" y="699525"/>
                </a:lnTo>
                <a:close/>
              </a:path>
              <a:path w="628650" h="984250">
                <a:moveTo>
                  <a:pt x="510153" y="748741"/>
                </a:moveTo>
                <a:lnTo>
                  <a:pt x="528141" y="766729"/>
                </a:lnTo>
                <a:lnTo>
                  <a:pt x="510153" y="784717"/>
                </a:lnTo>
                <a:lnTo>
                  <a:pt x="492165" y="766729"/>
                </a:lnTo>
                <a:lnTo>
                  <a:pt x="510153" y="748741"/>
                </a:lnTo>
                <a:close/>
              </a:path>
              <a:path w="628650" h="984250">
                <a:moveTo>
                  <a:pt x="560119" y="797958"/>
                </a:moveTo>
                <a:lnTo>
                  <a:pt x="578856" y="816695"/>
                </a:lnTo>
                <a:lnTo>
                  <a:pt x="560119" y="835432"/>
                </a:lnTo>
                <a:lnTo>
                  <a:pt x="541382" y="816695"/>
                </a:lnTo>
                <a:lnTo>
                  <a:pt x="560119" y="797958"/>
                </a:lnTo>
                <a:close/>
              </a:path>
              <a:path w="628650" h="984250">
                <a:moveTo>
                  <a:pt x="507311" y="701618"/>
                </a:moveTo>
                <a:lnTo>
                  <a:pt x="525301" y="719603"/>
                </a:lnTo>
                <a:lnTo>
                  <a:pt x="510153" y="734751"/>
                </a:lnTo>
                <a:lnTo>
                  <a:pt x="492165" y="716763"/>
                </a:lnTo>
                <a:lnTo>
                  <a:pt x="507311" y="701618"/>
                </a:lnTo>
                <a:close/>
              </a:path>
              <a:path w="628650" h="984250">
                <a:moveTo>
                  <a:pt x="408101" y="602461"/>
                </a:moveTo>
                <a:lnTo>
                  <a:pt x="424596" y="618945"/>
                </a:lnTo>
                <a:lnTo>
                  <a:pt x="410221" y="633320"/>
                </a:lnTo>
                <a:lnTo>
                  <a:pt x="393732" y="616830"/>
                </a:lnTo>
                <a:lnTo>
                  <a:pt x="408101" y="602461"/>
                </a:lnTo>
                <a:close/>
              </a:path>
              <a:path w="628650" h="984250">
                <a:moveTo>
                  <a:pt x="460187" y="899389"/>
                </a:moveTo>
                <a:lnTo>
                  <a:pt x="477425" y="916627"/>
                </a:lnTo>
                <a:lnTo>
                  <a:pt x="460187" y="933866"/>
                </a:lnTo>
                <a:lnTo>
                  <a:pt x="442948" y="916627"/>
                </a:lnTo>
                <a:lnTo>
                  <a:pt x="460187" y="899389"/>
                </a:lnTo>
                <a:close/>
              </a:path>
              <a:path w="628650" h="984250">
                <a:moveTo>
                  <a:pt x="560119" y="847924"/>
                </a:moveTo>
                <a:lnTo>
                  <a:pt x="578856" y="866662"/>
                </a:lnTo>
                <a:lnTo>
                  <a:pt x="560119" y="885398"/>
                </a:lnTo>
                <a:lnTo>
                  <a:pt x="541382" y="866662"/>
                </a:lnTo>
                <a:lnTo>
                  <a:pt x="560119" y="847924"/>
                </a:lnTo>
                <a:close/>
              </a:path>
              <a:path w="628650" h="984250">
                <a:moveTo>
                  <a:pt x="410221" y="650308"/>
                </a:moveTo>
                <a:lnTo>
                  <a:pt x="426709" y="666797"/>
                </a:lnTo>
                <a:lnTo>
                  <a:pt x="410221" y="683286"/>
                </a:lnTo>
                <a:lnTo>
                  <a:pt x="393732" y="666797"/>
                </a:lnTo>
                <a:lnTo>
                  <a:pt x="410221" y="650308"/>
                </a:lnTo>
                <a:close/>
              </a:path>
              <a:path w="628650" h="984250">
                <a:moveTo>
                  <a:pt x="410221" y="700274"/>
                </a:moveTo>
                <a:lnTo>
                  <a:pt x="426709" y="716763"/>
                </a:lnTo>
                <a:lnTo>
                  <a:pt x="410221" y="733252"/>
                </a:lnTo>
                <a:lnTo>
                  <a:pt x="393732" y="716763"/>
                </a:lnTo>
                <a:lnTo>
                  <a:pt x="410221" y="700274"/>
                </a:lnTo>
                <a:close/>
              </a:path>
              <a:path w="628650" h="984250">
                <a:moveTo>
                  <a:pt x="460187" y="799457"/>
                </a:moveTo>
                <a:lnTo>
                  <a:pt x="477425" y="816695"/>
                </a:lnTo>
                <a:lnTo>
                  <a:pt x="460187" y="833933"/>
                </a:lnTo>
                <a:lnTo>
                  <a:pt x="442948" y="816695"/>
                </a:lnTo>
                <a:lnTo>
                  <a:pt x="460187" y="799457"/>
                </a:lnTo>
                <a:close/>
              </a:path>
              <a:path w="628650" h="984250">
                <a:moveTo>
                  <a:pt x="460187" y="949355"/>
                </a:moveTo>
                <a:lnTo>
                  <a:pt x="477425" y="966594"/>
                </a:lnTo>
                <a:lnTo>
                  <a:pt x="460187" y="983832"/>
                </a:lnTo>
                <a:lnTo>
                  <a:pt x="442948" y="966594"/>
                </a:lnTo>
                <a:lnTo>
                  <a:pt x="460187" y="949355"/>
                </a:lnTo>
                <a:close/>
              </a:path>
              <a:path w="628650" h="984250">
                <a:moveTo>
                  <a:pt x="460187" y="749491"/>
                </a:moveTo>
                <a:lnTo>
                  <a:pt x="477425" y="766729"/>
                </a:lnTo>
                <a:lnTo>
                  <a:pt x="460187" y="783967"/>
                </a:lnTo>
                <a:lnTo>
                  <a:pt x="442948" y="766729"/>
                </a:lnTo>
                <a:lnTo>
                  <a:pt x="460187" y="749491"/>
                </a:lnTo>
                <a:close/>
              </a:path>
              <a:path w="628650" h="984250">
                <a:moveTo>
                  <a:pt x="460187" y="849423"/>
                </a:moveTo>
                <a:lnTo>
                  <a:pt x="477425" y="866662"/>
                </a:lnTo>
                <a:lnTo>
                  <a:pt x="460187" y="883900"/>
                </a:lnTo>
                <a:lnTo>
                  <a:pt x="442948" y="866662"/>
                </a:lnTo>
                <a:lnTo>
                  <a:pt x="460187" y="849423"/>
                </a:lnTo>
                <a:close/>
              </a:path>
              <a:path w="628650" h="984250">
                <a:moveTo>
                  <a:pt x="510153" y="49218"/>
                </a:moveTo>
                <a:lnTo>
                  <a:pt x="528141" y="67201"/>
                </a:lnTo>
                <a:lnTo>
                  <a:pt x="510153" y="85192"/>
                </a:lnTo>
                <a:lnTo>
                  <a:pt x="492165" y="67201"/>
                </a:lnTo>
                <a:lnTo>
                  <a:pt x="510153" y="49218"/>
                </a:lnTo>
                <a:close/>
              </a:path>
              <a:path w="628650" h="984250">
                <a:moveTo>
                  <a:pt x="310288" y="302044"/>
                </a:moveTo>
                <a:lnTo>
                  <a:pt x="325278" y="317034"/>
                </a:lnTo>
                <a:lnTo>
                  <a:pt x="310288" y="332024"/>
                </a:lnTo>
                <a:lnTo>
                  <a:pt x="295299" y="317034"/>
                </a:lnTo>
                <a:lnTo>
                  <a:pt x="310288" y="302044"/>
                </a:lnTo>
                <a:close/>
              </a:path>
              <a:path w="628650" h="984250">
                <a:moveTo>
                  <a:pt x="310288" y="401977"/>
                </a:moveTo>
                <a:lnTo>
                  <a:pt x="325278" y="416967"/>
                </a:lnTo>
                <a:lnTo>
                  <a:pt x="310288" y="431957"/>
                </a:lnTo>
                <a:lnTo>
                  <a:pt x="295299" y="416967"/>
                </a:lnTo>
                <a:lnTo>
                  <a:pt x="310288" y="401977"/>
                </a:lnTo>
                <a:close/>
              </a:path>
              <a:path w="628650" h="984250">
                <a:moveTo>
                  <a:pt x="556908" y="751203"/>
                </a:moveTo>
                <a:lnTo>
                  <a:pt x="575648" y="769938"/>
                </a:lnTo>
                <a:lnTo>
                  <a:pt x="560119" y="785467"/>
                </a:lnTo>
                <a:lnTo>
                  <a:pt x="541382" y="766729"/>
                </a:lnTo>
                <a:lnTo>
                  <a:pt x="556908" y="751203"/>
                </a:lnTo>
                <a:close/>
              </a:path>
              <a:path w="628650" h="984250">
                <a:moveTo>
                  <a:pt x="310288" y="252078"/>
                </a:moveTo>
                <a:lnTo>
                  <a:pt x="325278" y="267068"/>
                </a:lnTo>
                <a:lnTo>
                  <a:pt x="310288" y="282058"/>
                </a:lnTo>
                <a:lnTo>
                  <a:pt x="295299" y="267068"/>
                </a:lnTo>
                <a:lnTo>
                  <a:pt x="310288" y="252078"/>
                </a:lnTo>
                <a:close/>
              </a:path>
              <a:path w="628650" h="984250">
                <a:moveTo>
                  <a:pt x="308854" y="503344"/>
                </a:moveTo>
                <a:lnTo>
                  <a:pt x="323855" y="518322"/>
                </a:lnTo>
                <a:lnTo>
                  <a:pt x="310288" y="531888"/>
                </a:lnTo>
                <a:lnTo>
                  <a:pt x="295299" y="516899"/>
                </a:lnTo>
                <a:lnTo>
                  <a:pt x="308854" y="503344"/>
                </a:lnTo>
                <a:close/>
              </a:path>
              <a:path w="628650" h="984250">
                <a:moveTo>
                  <a:pt x="310288" y="451943"/>
                </a:moveTo>
                <a:lnTo>
                  <a:pt x="325278" y="466933"/>
                </a:lnTo>
                <a:lnTo>
                  <a:pt x="310288" y="481922"/>
                </a:lnTo>
                <a:lnTo>
                  <a:pt x="295299" y="466933"/>
                </a:lnTo>
                <a:lnTo>
                  <a:pt x="310288" y="451943"/>
                </a:lnTo>
                <a:close/>
              </a:path>
              <a:path w="628650" h="984250">
                <a:moveTo>
                  <a:pt x="310288" y="601842"/>
                </a:moveTo>
                <a:lnTo>
                  <a:pt x="325278" y="616830"/>
                </a:lnTo>
                <a:lnTo>
                  <a:pt x="310288" y="631821"/>
                </a:lnTo>
                <a:lnTo>
                  <a:pt x="295299" y="616830"/>
                </a:lnTo>
                <a:lnTo>
                  <a:pt x="310288" y="601842"/>
                </a:lnTo>
                <a:close/>
              </a:path>
              <a:path w="628650" h="984250">
                <a:moveTo>
                  <a:pt x="310288" y="551875"/>
                </a:moveTo>
                <a:lnTo>
                  <a:pt x="325278" y="566865"/>
                </a:lnTo>
                <a:lnTo>
                  <a:pt x="310288" y="581854"/>
                </a:lnTo>
                <a:lnTo>
                  <a:pt x="295299" y="566865"/>
                </a:lnTo>
                <a:lnTo>
                  <a:pt x="310288" y="551875"/>
                </a:lnTo>
                <a:close/>
              </a:path>
              <a:path w="628650" h="984250">
                <a:moveTo>
                  <a:pt x="310288" y="152146"/>
                </a:moveTo>
                <a:lnTo>
                  <a:pt x="325278" y="167136"/>
                </a:lnTo>
                <a:lnTo>
                  <a:pt x="310288" y="182126"/>
                </a:lnTo>
                <a:lnTo>
                  <a:pt x="295299" y="167136"/>
                </a:lnTo>
                <a:lnTo>
                  <a:pt x="310288" y="152146"/>
                </a:lnTo>
                <a:close/>
              </a:path>
              <a:path w="628650" h="984250">
                <a:moveTo>
                  <a:pt x="310288" y="352010"/>
                </a:moveTo>
                <a:lnTo>
                  <a:pt x="325278" y="367001"/>
                </a:lnTo>
                <a:lnTo>
                  <a:pt x="310288" y="381991"/>
                </a:lnTo>
                <a:lnTo>
                  <a:pt x="295299" y="367001"/>
                </a:lnTo>
                <a:lnTo>
                  <a:pt x="310288" y="352010"/>
                </a:lnTo>
                <a:close/>
              </a:path>
              <a:path w="628650" h="984250">
                <a:moveTo>
                  <a:pt x="310288" y="202112"/>
                </a:moveTo>
                <a:lnTo>
                  <a:pt x="325278" y="217102"/>
                </a:lnTo>
                <a:lnTo>
                  <a:pt x="310288" y="232092"/>
                </a:lnTo>
                <a:lnTo>
                  <a:pt x="295299" y="217102"/>
                </a:lnTo>
                <a:lnTo>
                  <a:pt x="310288" y="202112"/>
                </a:lnTo>
                <a:close/>
              </a:path>
              <a:path w="628650" h="984250">
                <a:moveTo>
                  <a:pt x="510153" y="99183"/>
                </a:moveTo>
                <a:lnTo>
                  <a:pt x="528141" y="117170"/>
                </a:lnTo>
                <a:lnTo>
                  <a:pt x="510153" y="135158"/>
                </a:lnTo>
                <a:lnTo>
                  <a:pt x="492165" y="117170"/>
                </a:lnTo>
                <a:lnTo>
                  <a:pt x="510153" y="99183"/>
                </a:lnTo>
                <a:close/>
              </a:path>
              <a:path w="628650" h="984250">
                <a:moveTo>
                  <a:pt x="560119" y="148399"/>
                </a:moveTo>
                <a:lnTo>
                  <a:pt x="578856" y="167136"/>
                </a:lnTo>
                <a:lnTo>
                  <a:pt x="560119" y="185874"/>
                </a:lnTo>
                <a:lnTo>
                  <a:pt x="541382" y="167136"/>
                </a:lnTo>
                <a:lnTo>
                  <a:pt x="560119" y="148399"/>
                </a:lnTo>
                <a:close/>
              </a:path>
              <a:path w="628650" h="984250">
                <a:moveTo>
                  <a:pt x="606506" y="800787"/>
                </a:moveTo>
                <a:lnTo>
                  <a:pt x="625995" y="820271"/>
                </a:lnTo>
                <a:lnTo>
                  <a:pt x="610085" y="836182"/>
                </a:lnTo>
                <a:lnTo>
                  <a:pt x="590598" y="816695"/>
                </a:lnTo>
                <a:lnTo>
                  <a:pt x="606506" y="800787"/>
                </a:lnTo>
                <a:close/>
              </a:path>
              <a:path w="628650" h="984250">
                <a:moveTo>
                  <a:pt x="560119" y="98433"/>
                </a:moveTo>
                <a:lnTo>
                  <a:pt x="578856" y="117170"/>
                </a:lnTo>
                <a:lnTo>
                  <a:pt x="560119" y="135908"/>
                </a:lnTo>
                <a:lnTo>
                  <a:pt x="541382" y="117170"/>
                </a:lnTo>
                <a:lnTo>
                  <a:pt x="560119" y="98433"/>
                </a:lnTo>
                <a:close/>
              </a:path>
              <a:path w="628650" h="984250">
                <a:moveTo>
                  <a:pt x="510153" y="199114"/>
                </a:moveTo>
                <a:lnTo>
                  <a:pt x="528141" y="217102"/>
                </a:lnTo>
                <a:lnTo>
                  <a:pt x="510153" y="235090"/>
                </a:lnTo>
                <a:lnTo>
                  <a:pt x="492165" y="217102"/>
                </a:lnTo>
                <a:lnTo>
                  <a:pt x="510153" y="199114"/>
                </a:lnTo>
                <a:close/>
              </a:path>
              <a:path w="628650" h="984250">
                <a:moveTo>
                  <a:pt x="510153" y="149148"/>
                </a:moveTo>
                <a:lnTo>
                  <a:pt x="528141" y="167136"/>
                </a:lnTo>
                <a:lnTo>
                  <a:pt x="510153" y="185124"/>
                </a:lnTo>
                <a:lnTo>
                  <a:pt x="492165" y="167136"/>
                </a:lnTo>
                <a:lnTo>
                  <a:pt x="510153" y="149148"/>
                </a:lnTo>
                <a:close/>
              </a:path>
              <a:path w="628650" h="984250">
                <a:moveTo>
                  <a:pt x="410221" y="750241"/>
                </a:moveTo>
                <a:lnTo>
                  <a:pt x="426709" y="766729"/>
                </a:lnTo>
                <a:lnTo>
                  <a:pt x="410221" y="783218"/>
                </a:lnTo>
                <a:lnTo>
                  <a:pt x="393732" y="766729"/>
                </a:lnTo>
                <a:lnTo>
                  <a:pt x="410221" y="750241"/>
                </a:lnTo>
                <a:close/>
              </a:path>
              <a:path w="628650" h="984250">
                <a:moveTo>
                  <a:pt x="510153" y="249080"/>
                </a:moveTo>
                <a:lnTo>
                  <a:pt x="527950" y="266878"/>
                </a:lnTo>
                <a:lnTo>
                  <a:pt x="509961" y="284864"/>
                </a:lnTo>
                <a:lnTo>
                  <a:pt x="492165" y="267068"/>
                </a:lnTo>
                <a:lnTo>
                  <a:pt x="510153" y="249080"/>
                </a:lnTo>
                <a:close/>
              </a:path>
              <a:path w="628650" h="984250">
                <a:moveTo>
                  <a:pt x="410221" y="150647"/>
                </a:moveTo>
                <a:lnTo>
                  <a:pt x="426709" y="167136"/>
                </a:lnTo>
                <a:lnTo>
                  <a:pt x="410221" y="183625"/>
                </a:lnTo>
                <a:lnTo>
                  <a:pt x="393732" y="167136"/>
                </a:lnTo>
                <a:lnTo>
                  <a:pt x="410221" y="150647"/>
                </a:lnTo>
                <a:close/>
              </a:path>
              <a:path w="628650" h="984250">
                <a:moveTo>
                  <a:pt x="410221" y="800207"/>
                </a:moveTo>
                <a:lnTo>
                  <a:pt x="426709" y="816695"/>
                </a:lnTo>
                <a:lnTo>
                  <a:pt x="410221" y="833184"/>
                </a:lnTo>
                <a:lnTo>
                  <a:pt x="393732" y="816695"/>
                </a:lnTo>
                <a:lnTo>
                  <a:pt x="410221" y="800207"/>
                </a:lnTo>
                <a:close/>
              </a:path>
              <a:path w="628650" h="984250">
                <a:moveTo>
                  <a:pt x="410221" y="50712"/>
                </a:moveTo>
                <a:lnTo>
                  <a:pt x="426709" y="67201"/>
                </a:lnTo>
                <a:lnTo>
                  <a:pt x="410221" y="83693"/>
                </a:lnTo>
                <a:lnTo>
                  <a:pt x="393732" y="67201"/>
                </a:lnTo>
                <a:lnTo>
                  <a:pt x="410221" y="50712"/>
                </a:lnTo>
                <a:close/>
              </a:path>
              <a:path w="628650" h="984250">
                <a:moveTo>
                  <a:pt x="410221" y="250580"/>
                </a:moveTo>
                <a:lnTo>
                  <a:pt x="426709" y="267068"/>
                </a:lnTo>
                <a:lnTo>
                  <a:pt x="410221" y="283557"/>
                </a:lnTo>
                <a:lnTo>
                  <a:pt x="393732" y="267068"/>
                </a:lnTo>
                <a:lnTo>
                  <a:pt x="410221" y="250580"/>
                </a:lnTo>
                <a:close/>
              </a:path>
              <a:path w="628650" h="984250">
                <a:moveTo>
                  <a:pt x="410221" y="100681"/>
                </a:moveTo>
                <a:lnTo>
                  <a:pt x="426709" y="117170"/>
                </a:lnTo>
                <a:lnTo>
                  <a:pt x="410221" y="133659"/>
                </a:lnTo>
                <a:lnTo>
                  <a:pt x="393732" y="117170"/>
                </a:lnTo>
                <a:lnTo>
                  <a:pt x="410221" y="100681"/>
                </a:lnTo>
                <a:close/>
              </a:path>
              <a:path w="628650" h="984250">
                <a:moveTo>
                  <a:pt x="460187" y="49965"/>
                </a:moveTo>
                <a:lnTo>
                  <a:pt x="477425" y="67201"/>
                </a:lnTo>
                <a:lnTo>
                  <a:pt x="460187" y="84442"/>
                </a:lnTo>
                <a:lnTo>
                  <a:pt x="442948" y="67201"/>
                </a:lnTo>
                <a:lnTo>
                  <a:pt x="460187" y="49965"/>
                </a:lnTo>
                <a:close/>
              </a:path>
              <a:path w="628650" h="984250">
                <a:moveTo>
                  <a:pt x="410221" y="350512"/>
                </a:moveTo>
                <a:lnTo>
                  <a:pt x="426709" y="367001"/>
                </a:lnTo>
                <a:lnTo>
                  <a:pt x="410221" y="383489"/>
                </a:lnTo>
                <a:lnTo>
                  <a:pt x="393732" y="367001"/>
                </a:lnTo>
                <a:lnTo>
                  <a:pt x="410221" y="350512"/>
                </a:lnTo>
                <a:close/>
              </a:path>
              <a:path w="628650" h="984250">
                <a:moveTo>
                  <a:pt x="410221" y="300546"/>
                </a:moveTo>
                <a:lnTo>
                  <a:pt x="426709" y="317034"/>
                </a:lnTo>
                <a:lnTo>
                  <a:pt x="410221" y="333523"/>
                </a:lnTo>
                <a:lnTo>
                  <a:pt x="393732" y="317034"/>
                </a:lnTo>
                <a:lnTo>
                  <a:pt x="410221" y="300546"/>
                </a:lnTo>
                <a:close/>
              </a:path>
              <a:path w="628650" h="984250">
                <a:moveTo>
                  <a:pt x="360254" y="151397"/>
                </a:moveTo>
                <a:lnTo>
                  <a:pt x="375994" y="167136"/>
                </a:lnTo>
                <a:lnTo>
                  <a:pt x="360254" y="182876"/>
                </a:lnTo>
                <a:lnTo>
                  <a:pt x="344516" y="167136"/>
                </a:lnTo>
                <a:lnTo>
                  <a:pt x="360254" y="151397"/>
                </a:lnTo>
                <a:close/>
              </a:path>
              <a:path w="628650" h="984250">
                <a:moveTo>
                  <a:pt x="360254" y="401227"/>
                </a:moveTo>
                <a:lnTo>
                  <a:pt x="375994" y="416967"/>
                </a:lnTo>
                <a:lnTo>
                  <a:pt x="360254" y="432706"/>
                </a:lnTo>
                <a:lnTo>
                  <a:pt x="344516" y="416967"/>
                </a:lnTo>
                <a:lnTo>
                  <a:pt x="360254" y="401227"/>
                </a:lnTo>
                <a:close/>
              </a:path>
              <a:path w="628650" h="984250">
                <a:moveTo>
                  <a:pt x="460187" y="0"/>
                </a:moveTo>
                <a:lnTo>
                  <a:pt x="477425" y="17235"/>
                </a:lnTo>
                <a:lnTo>
                  <a:pt x="460187" y="34479"/>
                </a:lnTo>
                <a:lnTo>
                  <a:pt x="442948" y="17235"/>
                </a:lnTo>
                <a:lnTo>
                  <a:pt x="460187" y="0"/>
                </a:lnTo>
                <a:close/>
              </a:path>
              <a:path w="628650" h="984250">
                <a:moveTo>
                  <a:pt x="360254" y="201363"/>
                </a:moveTo>
                <a:lnTo>
                  <a:pt x="375994" y="217102"/>
                </a:lnTo>
                <a:lnTo>
                  <a:pt x="360254" y="232842"/>
                </a:lnTo>
                <a:lnTo>
                  <a:pt x="344516" y="217102"/>
                </a:lnTo>
                <a:lnTo>
                  <a:pt x="360254" y="201363"/>
                </a:lnTo>
                <a:close/>
              </a:path>
              <a:path w="628650" h="984250">
                <a:moveTo>
                  <a:pt x="360254" y="101431"/>
                </a:moveTo>
                <a:lnTo>
                  <a:pt x="375994" y="117170"/>
                </a:lnTo>
                <a:lnTo>
                  <a:pt x="360254" y="132909"/>
                </a:lnTo>
                <a:lnTo>
                  <a:pt x="344516" y="117170"/>
                </a:lnTo>
                <a:lnTo>
                  <a:pt x="360254" y="101431"/>
                </a:lnTo>
                <a:close/>
              </a:path>
              <a:path w="628650" h="984250">
                <a:moveTo>
                  <a:pt x="360254" y="251329"/>
                </a:moveTo>
                <a:lnTo>
                  <a:pt x="375994" y="267068"/>
                </a:lnTo>
                <a:lnTo>
                  <a:pt x="360254" y="282808"/>
                </a:lnTo>
                <a:lnTo>
                  <a:pt x="344516" y="267068"/>
                </a:lnTo>
                <a:lnTo>
                  <a:pt x="360254" y="251329"/>
                </a:lnTo>
                <a:close/>
              </a:path>
              <a:path w="628650" h="984250">
                <a:moveTo>
                  <a:pt x="360254" y="351261"/>
                </a:moveTo>
                <a:lnTo>
                  <a:pt x="375994" y="367001"/>
                </a:lnTo>
                <a:lnTo>
                  <a:pt x="360254" y="382740"/>
                </a:lnTo>
                <a:lnTo>
                  <a:pt x="344516" y="367001"/>
                </a:lnTo>
                <a:lnTo>
                  <a:pt x="360254" y="351261"/>
                </a:lnTo>
                <a:close/>
              </a:path>
              <a:path w="628650" h="984250">
                <a:moveTo>
                  <a:pt x="360254" y="301295"/>
                </a:moveTo>
                <a:lnTo>
                  <a:pt x="375994" y="317034"/>
                </a:lnTo>
                <a:lnTo>
                  <a:pt x="360254" y="332773"/>
                </a:lnTo>
                <a:lnTo>
                  <a:pt x="344516" y="317034"/>
                </a:lnTo>
                <a:lnTo>
                  <a:pt x="360254" y="301295"/>
                </a:lnTo>
                <a:close/>
              </a:path>
              <a:path w="628650" h="984250">
                <a:moveTo>
                  <a:pt x="410221" y="200613"/>
                </a:moveTo>
                <a:lnTo>
                  <a:pt x="426709" y="217102"/>
                </a:lnTo>
                <a:lnTo>
                  <a:pt x="410221" y="233591"/>
                </a:lnTo>
                <a:lnTo>
                  <a:pt x="393732" y="217102"/>
                </a:lnTo>
                <a:lnTo>
                  <a:pt x="410221" y="200613"/>
                </a:lnTo>
                <a:close/>
              </a:path>
              <a:path w="628650" h="984250">
                <a:moveTo>
                  <a:pt x="360254" y="601092"/>
                </a:moveTo>
                <a:lnTo>
                  <a:pt x="375994" y="616830"/>
                </a:lnTo>
                <a:lnTo>
                  <a:pt x="360254" y="632570"/>
                </a:lnTo>
                <a:lnTo>
                  <a:pt x="344516" y="616830"/>
                </a:lnTo>
                <a:lnTo>
                  <a:pt x="360254" y="601092"/>
                </a:lnTo>
                <a:close/>
              </a:path>
              <a:path w="628650" h="984250">
                <a:moveTo>
                  <a:pt x="360254" y="651058"/>
                </a:moveTo>
                <a:lnTo>
                  <a:pt x="375994" y="666797"/>
                </a:lnTo>
                <a:lnTo>
                  <a:pt x="360254" y="682536"/>
                </a:lnTo>
                <a:lnTo>
                  <a:pt x="344516" y="666797"/>
                </a:lnTo>
                <a:lnTo>
                  <a:pt x="360254" y="651058"/>
                </a:lnTo>
                <a:close/>
              </a:path>
              <a:path w="628650" h="984250">
                <a:moveTo>
                  <a:pt x="360254" y="701024"/>
                </a:moveTo>
                <a:lnTo>
                  <a:pt x="375994" y="716763"/>
                </a:lnTo>
                <a:lnTo>
                  <a:pt x="360254" y="732503"/>
                </a:lnTo>
                <a:lnTo>
                  <a:pt x="344516" y="716763"/>
                </a:lnTo>
                <a:lnTo>
                  <a:pt x="360254" y="701024"/>
                </a:lnTo>
                <a:close/>
              </a:path>
              <a:path w="628650" h="984250">
                <a:moveTo>
                  <a:pt x="460187" y="99931"/>
                </a:moveTo>
                <a:lnTo>
                  <a:pt x="477425" y="117170"/>
                </a:lnTo>
                <a:lnTo>
                  <a:pt x="460187" y="134408"/>
                </a:lnTo>
                <a:lnTo>
                  <a:pt x="442948" y="117170"/>
                </a:lnTo>
                <a:lnTo>
                  <a:pt x="460187" y="99931"/>
                </a:lnTo>
                <a:close/>
              </a:path>
              <a:path w="628650" h="984250">
                <a:moveTo>
                  <a:pt x="358482" y="552898"/>
                </a:moveTo>
                <a:lnTo>
                  <a:pt x="374233" y="568626"/>
                </a:lnTo>
                <a:lnTo>
                  <a:pt x="360254" y="582604"/>
                </a:lnTo>
                <a:lnTo>
                  <a:pt x="344516" y="566865"/>
                </a:lnTo>
                <a:lnTo>
                  <a:pt x="358482" y="552898"/>
                </a:lnTo>
                <a:close/>
              </a:path>
              <a:path w="628650" h="984250">
                <a:moveTo>
                  <a:pt x="410221" y="900139"/>
                </a:moveTo>
                <a:lnTo>
                  <a:pt x="426709" y="916627"/>
                </a:lnTo>
                <a:lnTo>
                  <a:pt x="410221" y="933116"/>
                </a:lnTo>
                <a:lnTo>
                  <a:pt x="393732" y="916627"/>
                </a:lnTo>
                <a:lnTo>
                  <a:pt x="410221" y="900139"/>
                </a:lnTo>
                <a:close/>
              </a:path>
              <a:path w="628650" h="984250">
                <a:moveTo>
                  <a:pt x="360254" y="850922"/>
                </a:moveTo>
                <a:lnTo>
                  <a:pt x="375994" y="866662"/>
                </a:lnTo>
                <a:lnTo>
                  <a:pt x="360254" y="882400"/>
                </a:lnTo>
                <a:lnTo>
                  <a:pt x="344516" y="866662"/>
                </a:lnTo>
                <a:lnTo>
                  <a:pt x="360254" y="850922"/>
                </a:lnTo>
                <a:close/>
              </a:path>
              <a:path w="628650" h="984250">
                <a:moveTo>
                  <a:pt x="410221" y="850173"/>
                </a:moveTo>
                <a:lnTo>
                  <a:pt x="426709" y="866662"/>
                </a:lnTo>
                <a:lnTo>
                  <a:pt x="410221" y="883150"/>
                </a:lnTo>
                <a:lnTo>
                  <a:pt x="393732" y="866662"/>
                </a:lnTo>
                <a:lnTo>
                  <a:pt x="410221" y="850173"/>
                </a:lnTo>
                <a:close/>
              </a:path>
              <a:path w="628650" h="984250">
                <a:moveTo>
                  <a:pt x="360254" y="750990"/>
                </a:moveTo>
                <a:lnTo>
                  <a:pt x="375994" y="766729"/>
                </a:lnTo>
                <a:lnTo>
                  <a:pt x="360254" y="782469"/>
                </a:lnTo>
                <a:lnTo>
                  <a:pt x="344516" y="766729"/>
                </a:lnTo>
                <a:lnTo>
                  <a:pt x="360254" y="750990"/>
                </a:lnTo>
                <a:close/>
              </a:path>
              <a:path w="628650" h="984250">
                <a:moveTo>
                  <a:pt x="360254" y="800956"/>
                </a:moveTo>
                <a:lnTo>
                  <a:pt x="375994" y="816695"/>
                </a:lnTo>
                <a:lnTo>
                  <a:pt x="360254" y="832435"/>
                </a:lnTo>
                <a:lnTo>
                  <a:pt x="344516" y="816695"/>
                </a:lnTo>
                <a:lnTo>
                  <a:pt x="360254" y="800956"/>
                </a:lnTo>
                <a:close/>
              </a:path>
              <a:path w="628650" h="984250">
                <a:moveTo>
                  <a:pt x="460187" y="249830"/>
                </a:moveTo>
                <a:lnTo>
                  <a:pt x="477425" y="267068"/>
                </a:lnTo>
                <a:lnTo>
                  <a:pt x="460187" y="284307"/>
                </a:lnTo>
                <a:lnTo>
                  <a:pt x="442948" y="267068"/>
                </a:lnTo>
                <a:lnTo>
                  <a:pt x="460187" y="249830"/>
                </a:lnTo>
                <a:close/>
              </a:path>
              <a:path w="628650" h="984250">
                <a:moveTo>
                  <a:pt x="460187" y="299796"/>
                </a:moveTo>
                <a:lnTo>
                  <a:pt x="477425" y="317034"/>
                </a:lnTo>
                <a:lnTo>
                  <a:pt x="460187" y="334273"/>
                </a:lnTo>
                <a:lnTo>
                  <a:pt x="442948" y="317034"/>
                </a:lnTo>
                <a:lnTo>
                  <a:pt x="460187" y="299796"/>
                </a:lnTo>
                <a:close/>
              </a:path>
              <a:path w="628650" h="984250">
                <a:moveTo>
                  <a:pt x="460187" y="149898"/>
                </a:moveTo>
                <a:lnTo>
                  <a:pt x="477425" y="167136"/>
                </a:lnTo>
                <a:lnTo>
                  <a:pt x="460187" y="184374"/>
                </a:lnTo>
                <a:lnTo>
                  <a:pt x="442948" y="167136"/>
                </a:lnTo>
                <a:lnTo>
                  <a:pt x="460187" y="149898"/>
                </a:lnTo>
                <a:close/>
              </a:path>
              <a:path w="628650" h="984250">
                <a:moveTo>
                  <a:pt x="460187" y="199864"/>
                </a:moveTo>
                <a:lnTo>
                  <a:pt x="477425" y="217102"/>
                </a:lnTo>
                <a:lnTo>
                  <a:pt x="460187" y="234340"/>
                </a:lnTo>
                <a:lnTo>
                  <a:pt x="442948" y="217102"/>
                </a:lnTo>
                <a:lnTo>
                  <a:pt x="460187" y="199864"/>
                </a:lnTo>
                <a:close/>
              </a:path>
              <a:path w="628650" h="984250">
                <a:moveTo>
                  <a:pt x="610085" y="147649"/>
                </a:moveTo>
                <a:lnTo>
                  <a:pt x="628640" y="166204"/>
                </a:lnTo>
                <a:lnTo>
                  <a:pt x="609152" y="185690"/>
                </a:lnTo>
                <a:lnTo>
                  <a:pt x="590598" y="167136"/>
                </a:lnTo>
                <a:lnTo>
                  <a:pt x="610085" y="147649"/>
                </a:lnTo>
                <a:close/>
              </a:path>
              <a:path w="628650" h="984250">
                <a:moveTo>
                  <a:pt x="310288" y="651807"/>
                </a:moveTo>
                <a:lnTo>
                  <a:pt x="325278" y="666797"/>
                </a:lnTo>
                <a:lnTo>
                  <a:pt x="310288" y="681787"/>
                </a:lnTo>
                <a:lnTo>
                  <a:pt x="295299" y="666797"/>
                </a:lnTo>
                <a:lnTo>
                  <a:pt x="310288" y="651807"/>
                </a:lnTo>
                <a:close/>
              </a:path>
              <a:path w="628650" h="984250">
                <a:moveTo>
                  <a:pt x="560119" y="198365"/>
                </a:moveTo>
                <a:lnTo>
                  <a:pt x="578295" y="216541"/>
                </a:lnTo>
                <a:lnTo>
                  <a:pt x="559557" y="235278"/>
                </a:lnTo>
                <a:lnTo>
                  <a:pt x="541382" y="217102"/>
                </a:lnTo>
                <a:lnTo>
                  <a:pt x="560119" y="198365"/>
                </a:lnTo>
                <a:close/>
              </a:path>
              <a:path w="628650" h="984250">
                <a:moveTo>
                  <a:pt x="160391" y="554124"/>
                </a:moveTo>
                <a:lnTo>
                  <a:pt x="173131" y="566865"/>
                </a:lnTo>
                <a:lnTo>
                  <a:pt x="160391" y="579606"/>
                </a:lnTo>
                <a:lnTo>
                  <a:pt x="147649" y="566865"/>
                </a:lnTo>
                <a:lnTo>
                  <a:pt x="160391" y="554124"/>
                </a:lnTo>
                <a:close/>
              </a:path>
              <a:path w="628650" h="984250">
                <a:moveTo>
                  <a:pt x="210356" y="603340"/>
                </a:moveTo>
                <a:lnTo>
                  <a:pt x="223847" y="616830"/>
                </a:lnTo>
                <a:lnTo>
                  <a:pt x="210356" y="630322"/>
                </a:lnTo>
                <a:lnTo>
                  <a:pt x="196865" y="616830"/>
                </a:lnTo>
                <a:lnTo>
                  <a:pt x="210356" y="603340"/>
                </a:lnTo>
                <a:close/>
              </a:path>
              <a:path w="628650" h="984250">
                <a:moveTo>
                  <a:pt x="210356" y="703272"/>
                </a:moveTo>
                <a:lnTo>
                  <a:pt x="223847" y="716763"/>
                </a:lnTo>
                <a:lnTo>
                  <a:pt x="210356" y="730254"/>
                </a:lnTo>
                <a:lnTo>
                  <a:pt x="196865" y="716763"/>
                </a:lnTo>
                <a:lnTo>
                  <a:pt x="210356" y="703272"/>
                </a:lnTo>
                <a:close/>
              </a:path>
              <a:path w="628650" h="984250">
                <a:moveTo>
                  <a:pt x="210356" y="503408"/>
                </a:moveTo>
                <a:lnTo>
                  <a:pt x="223847" y="516899"/>
                </a:lnTo>
                <a:lnTo>
                  <a:pt x="210356" y="530390"/>
                </a:lnTo>
                <a:lnTo>
                  <a:pt x="196865" y="516899"/>
                </a:lnTo>
                <a:lnTo>
                  <a:pt x="210356" y="503408"/>
                </a:lnTo>
                <a:close/>
              </a:path>
              <a:path w="628650" h="984250">
                <a:moveTo>
                  <a:pt x="210356" y="553374"/>
                </a:moveTo>
                <a:lnTo>
                  <a:pt x="223847" y="566865"/>
                </a:lnTo>
                <a:lnTo>
                  <a:pt x="210356" y="580356"/>
                </a:lnTo>
                <a:lnTo>
                  <a:pt x="196865" y="566865"/>
                </a:lnTo>
                <a:lnTo>
                  <a:pt x="210356" y="553374"/>
                </a:lnTo>
                <a:close/>
              </a:path>
              <a:path w="628650" h="984250">
                <a:moveTo>
                  <a:pt x="260322" y="302794"/>
                </a:moveTo>
                <a:lnTo>
                  <a:pt x="274562" y="317034"/>
                </a:lnTo>
                <a:lnTo>
                  <a:pt x="260322" y="331275"/>
                </a:lnTo>
                <a:lnTo>
                  <a:pt x="246082" y="317034"/>
                </a:lnTo>
                <a:lnTo>
                  <a:pt x="260322" y="302794"/>
                </a:lnTo>
                <a:close/>
              </a:path>
              <a:path w="628650" h="984250">
                <a:moveTo>
                  <a:pt x="260322" y="202862"/>
                </a:moveTo>
                <a:lnTo>
                  <a:pt x="274562" y="217102"/>
                </a:lnTo>
                <a:lnTo>
                  <a:pt x="260322" y="231342"/>
                </a:lnTo>
                <a:lnTo>
                  <a:pt x="246082" y="217102"/>
                </a:lnTo>
                <a:lnTo>
                  <a:pt x="260322" y="202862"/>
                </a:lnTo>
                <a:close/>
              </a:path>
              <a:path w="628650" h="984250">
                <a:moveTo>
                  <a:pt x="260322" y="252828"/>
                </a:moveTo>
                <a:lnTo>
                  <a:pt x="274562" y="267068"/>
                </a:lnTo>
                <a:lnTo>
                  <a:pt x="260322" y="281309"/>
                </a:lnTo>
                <a:lnTo>
                  <a:pt x="246082" y="267068"/>
                </a:lnTo>
                <a:lnTo>
                  <a:pt x="260322" y="252828"/>
                </a:lnTo>
                <a:close/>
              </a:path>
              <a:path w="628650" h="984250">
                <a:moveTo>
                  <a:pt x="210356" y="653306"/>
                </a:moveTo>
                <a:lnTo>
                  <a:pt x="223847" y="666797"/>
                </a:lnTo>
                <a:lnTo>
                  <a:pt x="210356" y="680288"/>
                </a:lnTo>
                <a:lnTo>
                  <a:pt x="196865" y="666797"/>
                </a:lnTo>
                <a:lnTo>
                  <a:pt x="210356" y="653306"/>
                </a:lnTo>
                <a:close/>
              </a:path>
              <a:path w="628650" h="984250">
                <a:moveTo>
                  <a:pt x="210356" y="453441"/>
                </a:moveTo>
                <a:lnTo>
                  <a:pt x="223847" y="466933"/>
                </a:lnTo>
                <a:lnTo>
                  <a:pt x="210356" y="480424"/>
                </a:lnTo>
                <a:lnTo>
                  <a:pt x="196865" y="466933"/>
                </a:lnTo>
                <a:lnTo>
                  <a:pt x="210356" y="453441"/>
                </a:lnTo>
                <a:close/>
              </a:path>
              <a:path w="628650" h="984250">
                <a:moveTo>
                  <a:pt x="210356" y="303544"/>
                </a:moveTo>
                <a:lnTo>
                  <a:pt x="223847" y="317034"/>
                </a:lnTo>
                <a:lnTo>
                  <a:pt x="210356" y="330525"/>
                </a:lnTo>
                <a:lnTo>
                  <a:pt x="196865" y="317034"/>
                </a:lnTo>
                <a:lnTo>
                  <a:pt x="210356" y="303544"/>
                </a:lnTo>
                <a:close/>
              </a:path>
              <a:path w="628650" h="984250">
                <a:moveTo>
                  <a:pt x="160391" y="654056"/>
                </a:moveTo>
                <a:lnTo>
                  <a:pt x="173131" y="666797"/>
                </a:lnTo>
                <a:lnTo>
                  <a:pt x="160391" y="679539"/>
                </a:lnTo>
                <a:lnTo>
                  <a:pt x="147649" y="666797"/>
                </a:lnTo>
                <a:lnTo>
                  <a:pt x="160391" y="654056"/>
                </a:lnTo>
                <a:close/>
              </a:path>
              <a:path w="628650" h="984250">
                <a:moveTo>
                  <a:pt x="160391" y="604090"/>
                </a:moveTo>
                <a:lnTo>
                  <a:pt x="173131" y="616830"/>
                </a:lnTo>
                <a:lnTo>
                  <a:pt x="160391" y="629572"/>
                </a:lnTo>
                <a:lnTo>
                  <a:pt x="147649" y="616830"/>
                </a:lnTo>
                <a:lnTo>
                  <a:pt x="160391" y="604090"/>
                </a:lnTo>
                <a:close/>
              </a:path>
              <a:path w="628650" h="984250">
                <a:moveTo>
                  <a:pt x="160391" y="504157"/>
                </a:moveTo>
                <a:lnTo>
                  <a:pt x="173131" y="516899"/>
                </a:lnTo>
                <a:lnTo>
                  <a:pt x="160391" y="529640"/>
                </a:lnTo>
                <a:lnTo>
                  <a:pt x="147649" y="516899"/>
                </a:lnTo>
                <a:lnTo>
                  <a:pt x="160391" y="504157"/>
                </a:lnTo>
                <a:close/>
              </a:path>
              <a:path w="628650" h="984250">
                <a:moveTo>
                  <a:pt x="210356" y="253578"/>
                </a:moveTo>
                <a:lnTo>
                  <a:pt x="223847" y="267068"/>
                </a:lnTo>
                <a:lnTo>
                  <a:pt x="210356" y="280559"/>
                </a:lnTo>
                <a:lnTo>
                  <a:pt x="196865" y="267068"/>
                </a:lnTo>
                <a:lnTo>
                  <a:pt x="210356" y="253578"/>
                </a:lnTo>
                <a:close/>
              </a:path>
              <a:path w="628650" h="984250">
                <a:moveTo>
                  <a:pt x="210356" y="403475"/>
                </a:moveTo>
                <a:lnTo>
                  <a:pt x="223847" y="416967"/>
                </a:lnTo>
                <a:lnTo>
                  <a:pt x="210356" y="430457"/>
                </a:lnTo>
                <a:lnTo>
                  <a:pt x="196865" y="416967"/>
                </a:lnTo>
                <a:lnTo>
                  <a:pt x="210356" y="403475"/>
                </a:lnTo>
                <a:close/>
              </a:path>
              <a:path w="628650" h="984250">
                <a:moveTo>
                  <a:pt x="210356" y="353510"/>
                </a:moveTo>
                <a:lnTo>
                  <a:pt x="223847" y="367001"/>
                </a:lnTo>
                <a:lnTo>
                  <a:pt x="210356" y="380491"/>
                </a:lnTo>
                <a:lnTo>
                  <a:pt x="196865" y="367001"/>
                </a:lnTo>
                <a:lnTo>
                  <a:pt x="210356" y="353510"/>
                </a:lnTo>
                <a:close/>
              </a:path>
              <a:path w="628650" h="984250">
                <a:moveTo>
                  <a:pt x="260322" y="352760"/>
                </a:moveTo>
                <a:lnTo>
                  <a:pt x="274562" y="367001"/>
                </a:lnTo>
                <a:lnTo>
                  <a:pt x="260322" y="381241"/>
                </a:lnTo>
                <a:lnTo>
                  <a:pt x="246082" y="367001"/>
                </a:lnTo>
                <a:lnTo>
                  <a:pt x="260322" y="352760"/>
                </a:lnTo>
                <a:close/>
              </a:path>
              <a:path w="628650" h="984250">
                <a:moveTo>
                  <a:pt x="260322" y="502659"/>
                </a:moveTo>
                <a:lnTo>
                  <a:pt x="274562" y="516899"/>
                </a:lnTo>
                <a:lnTo>
                  <a:pt x="260322" y="531139"/>
                </a:lnTo>
                <a:lnTo>
                  <a:pt x="246082" y="516899"/>
                </a:lnTo>
                <a:lnTo>
                  <a:pt x="260322" y="502659"/>
                </a:lnTo>
                <a:close/>
              </a:path>
              <a:path w="628650" h="984250">
                <a:moveTo>
                  <a:pt x="260322" y="552624"/>
                </a:moveTo>
                <a:lnTo>
                  <a:pt x="274562" y="566865"/>
                </a:lnTo>
                <a:lnTo>
                  <a:pt x="260322" y="581105"/>
                </a:lnTo>
                <a:lnTo>
                  <a:pt x="246082" y="566865"/>
                </a:lnTo>
                <a:lnTo>
                  <a:pt x="260322" y="552624"/>
                </a:lnTo>
                <a:close/>
              </a:path>
              <a:path w="628650" h="984250">
                <a:moveTo>
                  <a:pt x="260322" y="452693"/>
                </a:moveTo>
                <a:lnTo>
                  <a:pt x="274562" y="466933"/>
                </a:lnTo>
                <a:lnTo>
                  <a:pt x="260322" y="481173"/>
                </a:lnTo>
                <a:lnTo>
                  <a:pt x="246082" y="466933"/>
                </a:lnTo>
                <a:lnTo>
                  <a:pt x="260322" y="452693"/>
                </a:lnTo>
                <a:close/>
              </a:path>
              <a:path w="628650" h="984250">
                <a:moveTo>
                  <a:pt x="310288" y="701773"/>
                </a:moveTo>
                <a:lnTo>
                  <a:pt x="325278" y="716763"/>
                </a:lnTo>
                <a:lnTo>
                  <a:pt x="310288" y="731753"/>
                </a:lnTo>
                <a:lnTo>
                  <a:pt x="295299" y="716763"/>
                </a:lnTo>
                <a:lnTo>
                  <a:pt x="310288" y="701773"/>
                </a:lnTo>
                <a:close/>
              </a:path>
              <a:path w="628650" h="984250">
                <a:moveTo>
                  <a:pt x="260322" y="402726"/>
                </a:moveTo>
                <a:lnTo>
                  <a:pt x="274562" y="416967"/>
                </a:lnTo>
                <a:lnTo>
                  <a:pt x="260322" y="431207"/>
                </a:lnTo>
                <a:lnTo>
                  <a:pt x="246082" y="416967"/>
                </a:lnTo>
                <a:lnTo>
                  <a:pt x="260322" y="402726"/>
                </a:lnTo>
                <a:close/>
              </a:path>
              <a:path w="628650" h="984250">
                <a:moveTo>
                  <a:pt x="260322" y="602590"/>
                </a:moveTo>
                <a:lnTo>
                  <a:pt x="274562" y="616830"/>
                </a:lnTo>
                <a:lnTo>
                  <a:pt x="260322" y="631071"/>
                </a:lnTo>
                <a:lnTo>
                  <a:pt x="246082" y="616830"/>
                </a:lnTo>
                <a:lnTo>
                  <a:pt x="260322" y="602590"/>
                </a:lnTo>
                <a:close/>
              </a:path>
              <a:path w="628650" h="984250">
                <a:moveTo>
                  <a:pt x="260322" y="702522"/>
                </a:moveTo>
                <a:lnTo>
                  <a:pt x="274562" y="716763"/>
                </a:lnTo>
                <a:lnTo>
                  <a:pt x="260322" y="731003"/>
                </a:lnTo>
                <a:lnTo>
                  <a:pt x="246082" y="716763"/>
                </a:lnTo>
                <a:lnTo>
                  <a:pt x="260322" y="702522"/>
                </a:lnTo>
                <a:close/>
              </a:path>
              <a:path w="628650" h="984250">
                <a:moveTo>
                  <a:pt x="260322" y="652556"/>
                </a:moveTo>
                <a:lnTo>
                  <a:pt x="274562" y="666797"/>
                </a:lnTo>
                <a:lnTo>
                  <a:pt x="260322" y="681037"/>
                </a:lnTo>
                <a:lnTo>
                  <a:pt x="246082" y="666797"/>
                </a:lnTo>
                <a:lnTo>
                  <a:pt x="260322" y="652556"/>
                </a:lnTo>
                <a:close/>
              </a:path>
              <a:path w="628650" h="984250">
                <a:moveTo>
                  <a:pt x="260322" y="752489"/>
                </a:moveTo>
                <a:lnTo>
                  <a:pt x="274562" y="766729"/>
                </a:lnTo>
                <a:lnTo>
                  <a:pt x="260322" y="780969"/>
                </a:lnTo>
                <a:lnTo>
                  <a:pt x="246082" y="766729"/>
                </a:lnTo>
                <a:lnTo>
                  <a:pt x="260322" y="752489"/>
                </a:lnTo>
                <a:close/>
              </a:path>
              <a:path w="628650" h="984250">
                <a:moveTo>
                  <a:pt x="310288" y="801705"/>
                </a:moveTo>
                <a:lnTo>
                  <a:pt x="325278" y="816695"/>
                </a:lnTo>
                <a:lnTo>
                  <a:pt x="310288" y="831685"/>
                </a:lnTo>
                <a:lnTo>
                  <a:pt x="295299" y="816695"/>
                </a:lnTo>
                <a:lnTo>
                  <a:pt x="310288" y="801705"/>
                </a:lnTo>
                <a:close/>
              </a:path>
              <a:path w="628650" h="984250">
                <a:moveTo>
                  <a:pt x="10492" y="506406"/>
                </a:moveTo>
                <a:lnTo>
                  <a:pt x="20984" y="516899"/>
                </a:lnTo>
                <a:lnTo>
                  <a:pt x="10492" y="527392"/>
                </a:lnTo>
                <a:lnTo>
                  <a:pt x="0" y="516899"/>
                </a:lnTo>
                <a:lnTo>
                  <a:pt x="10492" y="506406"/>
                </a:lnTo>
                <a:close/>
              </a:path>
              <a:path w="628650" h="984250">
                <a:moveTo>
                  <a:pt x="310288" y="751739"/>
                </a:moveTo>
                <a:lnTo>
                  <a:pt x="325278" y="766729"/>
                </a:lnTo>
                <a:lnTo>
                  <a:pt x="310288" y="781719"/>
                </a:lnTo>
                <a:lnTo>
                  <a:pt x="295299" y="766729"/>
                </a:lnTo>
                <a:lnTo>
                  <a:pt x="310288" y="751739"/>
                </a:lnTo>
                <a:close/>
              </a:path>
              <a:path w="628650" h="984250">
                <a:moveTo>
                  <a:pt x="110425" y="355009"/>
                </a:moveTo>
                <a:lnTo>
                  <a:pt x="122416" y="367001"/>
                </a:lnTo>
                <a:lnTo>
                  <a:pt x="110425" y="378993"/>
                </a:lnTo>
                <a:lnTo>
                  <a:pt x="98432" y="367001"/>
                </a:lnTo>
                <a:lnTo>
                  <a:pt x="110425" y="355009"/>
                </a:lnTo>
                <a:close/>
              </a:path>
              <a:path w="628650" h="984250">
                <a:moveTo>
                  <a:pt x="110425" y="554873"/>
                </a:moveTo>
                <a:lnTo>
                  <a:pt x="122416" y="566865"/>
                </a:lnTo>
                <a:lnTo>
                  <a:pt x="110425" y="578856"/>
                </a:lnTo>
                <a:lnTo>
                  <a:pt x="98432" y="566865"/>
                </a:lnTo>
                <a:lnTo>
                  <a:pt x="110425" y="554873"/>
                </a:lnTo>
                <a:close/>
              </a:path>
              <a:path w="628650" h="984250">
                <a:moveTo>
                  <a:pt x="10492" y="456440"/>
                </a:moveTo>
                <a:lnTo>
                  <a:pt x="20984" y="466933"/>
                </a:lnTo>
                <a:lnTo>
                  <a:pt x="10492" y="477425"/>
                </a:lnTo>
                <a:lnTo>
                  <a:pt x="0" y="466933"/>
                </a:lnTo>
                <a:lnTo>
                  <a:pt x="10492" y="456440"/>
                </a:lnTo>
                <a:close/>
              </a:path>
              <a:path w="628650" h="984250">
                <a:moveTo>
                  <a:pt x="110425" y="504907"/>
                </a:moveTo>
                <a:lnTo>
                  <a:pt x="122416" y="516899"/>
                </a:lnTo>
                <a:lnTo>
                  <a:pt x="110425" y="528890"/>
                </a:lnTo>
                <a:lnTo>
                  <a:pt x="98432" y="516899"/>
                </a:lnTo>
                <a:lnTo>
                  <a:pt x="110425" y="504907"/>
                </a:lnTo>
                <a:close/>
              </a:path>
              <a:path w="628650" h="984250">
                <a:moveTo>
                  <a:pt x="160391" y="354259"/>
                </a:moveTo>
                <a:lnTo>
                  <a:pt x="173131" y="367001"/>
                </a:lnTo>
                <a:lnTo>
                  <a:pt x="160391" y="379741"/>
                </a:lnTo>
                <a:lnTo>
                  <a:pt x="147649" y="367001"/>
                </a:lnTo>
                <a:lnTo>
                  <a:pt x="160391" y="354259"/>
                </a:lnTo>
                <a:close/>
              </a:path>
              <a:path w="628650" h="984250">
                <a:moveTo>
                  <a:pt x="160391" y="404225"/>
                </a:moveTo>
                <a:lnTo>
                  <a:pt x="173131" y="416967"/>
                </a:lnTo>
                <a:lnTo>
                  <a:pt x="160391" y="429708"/>
                </a:lnTo>
                <a:lnTo>
                  <a:pt x="147649" y="416967"/>
                </a:lnTo>
                <a:lnTo>
                  <a:pt x="160391" y="404225"/>
                </a:lnTo>
                <a:close/>
              </a:path>
              <a:path w="628650" h="984250">
                <a:moveTo>
                  <a:pt x="160391" y="304292"/>
                </a:moveTo>
                <a:lnTo>
                  <a:pt x="173131" y="317034"/>
                </a:lnTo>
                <a:lnTo>
                  <a:pt x="160391" y="329776"/>
                </a:lnTo>
                <a:lnTo>
                  <a:pt x="147649" y="317034"/>
                </a:lnTo>
                <a:lnTo>
                  <a:pt x="160391" y="304292"/>
                </a:lnTo>
                <a:close/>
              </a:path>
              <a:path w="628650" h="984250">
                <a:moveTo>
                  <a:pt x="110425" y="454941"/>
                </a:moveTo>
                <a:lnTo>
                  <a:pt x="122416" y="466933"/>
                </a:lnTo>
                <a:lnTo>
                  <a:pt x="110425" y="478924"/>
                </a:lnTo>
                <a:lnTo>
                  <a:pt x="98432" y="466933"/>
                </a:lnTo>
                <a:lnTo>
                  <a:pt x="110425" y="454941"/>
                </a:lnTo>
                <a:close/>
              </a:path>
              <a:path w="628650" h="984250">
                <a:moveTo>
                  <a:pt x="110425" y="604839"/>
                </a:moveTo>
                <a:lnTo>
                  <a:pt x="122416" y="616830"/>
                </a:lnTo>
                <a:lnTo>
                  <a:pt x="110425" y="628822"/>
                </a:lnTo>
                <a:lnTo>
                  <a:pt x="98432" y="616830"/>
                </a:lnTo>
                <a:lnTo>
                  <a:pt x="110425" y="604839"/>
                </a:lnTo>
                <a:close/>
              </a:path>
              <a:path w="628650" h="984250">
                <a:moveTo>
                  <a:pt x="60458" y="455691"/>
                </a:moveTo>
                <a:lnTo>
                  <a:pt x="71701" y="466933"/>
                </a:lnTo>
                <a:lnTo>
                  <a:pt x="60458" y="478175"/>
                </a:lnTo>
                <a:lnTo>
                  <a:pt x="49216" y="466933"/>
                </a:lnTo>
                <a:lnTo>
                  <a:pt x="60458" y="455691"/>
                </a:lnTo>
                <a:close/>
              </a:path>
              <a:path w="628650" h="984250">
                <a:moveTo>
                  <a:pt x="60458" y="405724"/>
                </a:moveTo>
                <a:lnTo>
                  <a:pt x="71701" y="416967"/>
                </a:lnTo>
                <a:lnTo>
                  <a:pt x="60458" y="428209"/>
                </a:lnTo>
                <a:lnTo>
                  <a:pt x="49216" y="416967"/>
                </a:lnTo>
                <a:lnTo>
                  <a:pt x="60458" y="405724"/>
                </a:lnTo>
                <a:close/>
              </a:path>
              <a:path w="628650" h="984250">
                <a:moveTo>
                  <a:pt x="60458" y="505656"/>
                </a:moveTo>
                <a:lnTo>
                  <a:pt x="71701" y="516899"/>
                </a:lnTo>
                <a:lnTo>
                  <a:pt x="60458" y="528142"/>
                </a:lnTo>
                <a:lnTo>
                  <a:pt x="49216" y="516899"/>
                </a:lnTo>
                <a:lnTo>
                  <a:pt x="60458" y="505656"/>
                </a:lnTo>
                <a:close/>
              </a:path>
              <a:path w="628650" h="984250">
                <a:moveTo>
                  <a:pt x="160391" y="454191"/>
                </a:moveTo>
                <a:lnTo>
                  <a:pt x="173131" y="466933"/>
                </a:lnTo>
                <a:lnTo>
                  <a:pt x="160391" y="479674"/>
                </a:lnTo>
                <a:lnTo>
                  <a:pt x="147649" y="466933"/>
                </a:lnTo>
                <a:lnTo>
                  <a:pt x="160391" y="454191"/>
                </a:lnTo>
                <a:close/>
              </a:path>
              <a:path w="628650" h="984250">
                <a:moveTo>
                  <a:pt x="60458" y="555622"/>
                </a:moveTo>
                <a:lnTo>
                  <a:pt x="71701" y="566865"/>
                </a:lnTo>
                <a:lnTo>
                  <a:pt x="60458" y="578108"/>
                </a:lnTo>
                <a:lnTo>
                  <a:pt x="49216" y="566865"/>
                </a:lnTo>
                <a:lnTo>
                  <a:pt x="60458" y="555622"/>
                </a:lnTo>
                <a:close/>
              </a:path>
              <a:path w="628650" h="984250">
                <a:moveTo>
                  <a:pt x="110425" y="404975"/>
                </a:moveTo>
                <a:lnTo>
                  <a:pt x="122416" y="416967"/>
                </a:lnTo>
                <a:lnTo>
                  <a:pt x="110425" y="428959"/>
                </a:lnTo>
                <a:lnTo>
                  <a:pt x="98432" y="416967"/>
                </a:lnTo>
                <a:lnTo>
                  <a:pt x="110425" y="404975"/>
                </a:lnTo>
                <a:close/>
              </a:path>
            </a:pathLst>
          </a:custGeom>
          <a:solidFill>
            <a:srgbClr val="12F1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985</Words>
  <Application>Microsoft Office PowerPoint</Application>
  <PresentationFormat>Personalizar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 Black</vt:lpstr>
      <vt:lpstr>Calibri</vt:lpstr>
      <vt:lpstr>Lucida Sans</vt:lpstr>
      <vt:lpstr>Trebuchet MS</vt:lpstr>
      <vt:lpstr>Verdana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ÉTICA, SUSTENTABILIDADE E DIREITOS HUMANOS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CodeComVocê</dc:title>
  <dc:creator>Isabella</dc:creator>
  <cp:keywords>DAGoaQPWaCU,BAGkz4vWBy4,0</cp:keywords>
  <cp:lastModifiedBy>Usuario</cp:lastModifiedBy>
  <cp:revision>1</cp:revision>
  <dcterms:created xsi:type="dcterms:W3CDTF">2025-06-08T22:26:31Z</dcterms:created>
  <dcterms:modified xsi:type="dcterms:W3CDTF">2025-06-08T22:31:38Z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2025-06-08T00:00:00Z</vt:filetime>
  </property>
  <property fmtid="{D5CDD505-2E9C-101B-9397-08002B2CF9AE}" pid="3" name="Creator">
    <vt:lpwstr>Canva</vt:lpwstr>
  </property>
  <property fmtid="{D5CDD505-2E9C-101B-9397-08002B2CF9AE}" pid="4" name="LastSaved">
    <vt:filetime>2025-06-08T00:00:00Z</vt:filetime>
  </property>
  <property fmtid="{D5CDD505-2E9C-101B-9397-08002B2CF9AE}" pid="5" name="Producer">
    <vt:lpwstr>3-Heights(TM) PDF Security Shell 4.8.25.2 (http://www.pdf-tools.com)</vt:lpwstr>
  </property>
</Properties>
</file>